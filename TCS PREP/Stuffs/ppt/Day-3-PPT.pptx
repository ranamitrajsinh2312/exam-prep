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9"/>
  </p:notesMasterIdLst>
  <p:handoutMasterIdLst>
    <p:handoutMasterId r:id="rId20"/>
  </p:handoutMasterIdLst>
  <p:sldIdLst>
    <p:sldId id="257" r:id="rId2"/>
    <p:sldId id="459" r:id="rId3"/>
    <p:sldId id="694" r:id="rId4"/>
    <p:sldId id="736" r:id="rId5"/>
    <p:sldId id="737" r:id="rId6"/>
    <p:sldId id="738" r:id="rId7"/>
    <p:sldId id="740" r:id="rId8"/>
    <p:sldId id="741" r:id="rId9"/>
    <p:sldId id="742" r:id="rId10"/>
    <p:sldId id="743" r:id="rId11"/>
    <p:sldId id="744" r:id="rId12"/>
    <p:sldId id="745" r:id="rId13"/>
    <p:sldId id="746" r:id="rId14"/>
    <p:sldId id="739" r:id="rId15"/>
    <p:sldId id="747" r:id="rId16"/>
    <p:sldId id="748" r:id="rId17"/>
    <p:sldId id="337" r:id="rId18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ohit Gujarati" panose="020B0604020202020204" charset="0"/>
      <p:regular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  <p:embeddedFont>
      <p:font typeface="Wingdings 3" panose="05040102010807070707" pitchFamily="18" charset="2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3yIapNkICc4fDNGxo0fgg==" hashData="9xURfCEfN2tLWRvyQ6pQYbtxPM0NSyoFvQSebLkTlMc4Fh3/GxXZsx0Z3BvPCxs/YZyV7oa5Hh8hgKsNMuRyy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CA219-086F-4148-B3A2-76EE17DD8FD1}" type="doc">
      <dgm:prSet loTypeId="urn:microsoft.com/office/officeart/2005/8/layout/orgChart1" loCatId="hierarchy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5E8FF64-5FAF-460C-9155-D722E4F5DF00}">
      <dgm:prSet phldrT="[Text]" custT="1"/>
      <dgm:spPr/>
      <dgm:t>
        <a:bodyPr/>
        <a:lstStyle/>
        <a:p>
          <a:r>
            <a:rPr lang="en-IN" sz="2000" b="1" i="0" u="none" dirty="0"/>
            <a:t>Types of Conditional Sentences</a:t>
          </a:r>
        </a:p>
      </dgm:t>
    </dgm:pt>
    <dgm:pt modelId="{47415314-0A6F-4AE8-9403-9AE0B8650CE7}" type="parTrans" cxnId="{45307A97-D462-4C43-96DA-383D5FC85A0A}">
      <dgm:prSet/>
      <dgm:spPr/>
      <dgm:t>
        <a:bodyPr/>
        <a:lstStyle/>
        <a:p>
          <a:endParaRPr lang="en-IN"/>
        </a:p>
      </dgm:t>
    </dgm:pt>
    <dgm:pt modelId="{A035317B-A61D-4C18-81CE-483E92435283}" type="sibTrans" cxnId="{45307A97-D462-4C43-96DA-383D5FC85A0A}">
      <dgm:prSet/>
      <dgm:spPr/>
      <dgm:t>
        <a:bodyPr/>
        <a:lstStyle/>
        <a:p>
          <a:endParaRPr lang="en-IN"/>
        </a:p>
      </dgm:t>
    </dgm:pt>
    <dgm:pt modelId="{2F59F0A0-78F6-4E49-B4D0-208B29B1F4BF}">
      <dgm:prSet phldrT="[Text]" custT="1"/>
      <dgm:spPr/>
      <dgm:t>
        <a:bodyPr/>
        <a:lstStyle/>
        <a:p>
          <a:r>
            <a:rPr lang="en-GB" sz="2000" b="1" dirty="0"/>
            <a:t>Zero Conditional</a:t>
          </a:r>
          <a:endParaRPr lang="en-IN" sz="2000" b="1" dirty="0"/>
        </a:p>
      </dgm:t>
    </dgm:pt>
    <dgm:pt modelId="{F6E16D59-F55F-408E-8107-AB7BA792CF26}" type="parTrans" cxnId="{F6D0F19B-C6EE-49C9-9D3D-2FB33B047367}">
      <dgm:prSet/>
      <dgm:spPr/>
      <dgm:t>
        <a:bodyPr/>
        <a:lstStyle/>
        <a:p>
          <a:endParaRPr lang="en-IN"/>
        </a:p>
      </dgm:t>
    </dgm:pt>
    <dgm:pt modelId="{BA839F41-87ED-44D8-B999-F7B5A18104AC}" type="sibTrans" cxnId="{F6D0F19B-C6EE-49C9-9D3D-2FB33B047367}">
      <dgm:prSet/>
      <dgm:spPr/>
      <dgm:t>
        <a:bodyPr/>
        <a:lstStyle/>
        <a:p>
          <a:endParaRPr lang="en-IN"/>
        </a:p>
      </dgm:t>
    </dgm:pt>
    <dgm:pt modelId="{1092B9B4-EEEE-4E20-A69C-4695EA3471CF}">
      <dgm:prSet custT="1"/>
      <dgm:spPr/>
      <dgm:t>
        <a:bodyPr/>
        <a:lstStyle/>
        <a:p>
          <a:r>
            <a:rPr lang="en-GB" sz="2000" b="1" dirty="0"/>
            <a:t>First Conditional</a:t>
          </a:r>
          <a:endParaRPr lang="en-IN" sz="2000" b="1" dirty="0"/>
        </a:p>
      </dgm:t>
    </dgm:pt>
    <dgm:pt modelId="{20E1EEE2-352F-4491-872B-3BC80E1EF62A}" type="parTrans" cxnId="{ECA28263-1722-487D-B1DC-512D800321EE}">
      <dgm:prSet/>
      <dgm:spPr/>
      <dgm:t>
        <a:bodyPr/>
        <a:lstStyle/>
        <a:p>
          <a:endParaRPr lang="en-IN"/>
        </a:p>
      </dgm:t>
    </dgm:pt>
    <dgm:pt modelId="{44D56972-6696-4B03-A70E-09F4FD3938AF}" type="sibTrans" cxnId="{ECA28263-1722-487D-B1DC-512D800321EE}">
      <dgm:prSet/>
      <dgm:spPr/>
      <dgm:t>
        <a:bodyPr/>
        <a:lstStyle/>
        <a:p>
          <a:endParaRPr lang="en-IN"/>
        </a:p>
      </dgm:t>
    </dgm:pt>
    <dgm:pt modelId="{20A6AFB1-BDB3-4755-9703-9C24D276483D}">
      <dgm:prSet custT="1"/>
      <dgm:spPr/>
      <dgm:t>
        <a:bodyPr/>
        <a:lstStyle/>
        <a:p>
          <a:r>
            <a:rPr lang="en-GB" sz="2000" b="1" dirty="0"/>
            <a:t>Second Conditional</a:t>
          </a:r>
          <a:endParaRPr lang="en-IN" sz="2000" b="1" dirty="0"/>
        </a:p>
      </dgm:t>
    </dgm:pt>
    <dgm:pt modelId="{E12200E8-BFB1-4660-9F14-3364C4556751}" type="parTrans" cxnId="{BD39F577-D076-4002-9A84-A3EF307EA6E1}">
      <dgm:prSet/>
      <dgm:spPr/>
      <dgm:t>
        <a:bodyPr/>
        <a:lstStyle/>
        <a:p>
          <a:endParaRPr lang="en-IN"/>
        </a:p>
      </dgm:t>
    </dgm:pt>
    <dgm:pt modelId="{747E185F-D33E-4451-9122-1829F192D6FE}" type="sibTrans" cxnId="{BD39F577-D076-4002-9A84-A3EF307EA6E1}">
      <dgm:prSet/>
      <dgm:spPr/>
      <dgm:t>
        <a:bodyPr/>
        <a:lstStyle/>
        <a:p>
          <a:endParaRPr lang="en-IN"/>
        </a:p>
      </dgm:t>
    </dgm:pt>
    <dgm:pt modelId="{3C2AEF32-E0B6-4A3F-9388-0C0554833514}">
      <dgm:prSet custT="1"/>
      <dgm:spPr/>
      <dgm:t>
        <a:bodyPr/>
        <a:lstStyle/>
        <a:p>
          <a:r>
            <a:rPr lang="en-GB" sz="2000" b="1" dirty="0"/>
            <a:t>Third Conditional</a:t>
          </a:r>
          <a:endParaRPr lang="en-IN" sz="2000" b="1" dirty="0"/>
        </a:p>
      </dgm:t>
    </dgm:pt>
    <dgm:pt modelId="{06547A31-546D-4D3D-A14E-42A5DCDA6FCE}" type="parTrans" cxnId="{CBED579B-BD0F-447D-B544-1F9025844F78}">
      <dgm:prSet/>
      <dgm:spPr/>
      <dgm:t>
        <a:bodyPr/>
        <a:lstStyle/>
        <a:p>
          <a:endParaRPr lang="en-IN"/>
        </a:p>
      </dgm:t>
    </dgm:pt>
    <dgm:pt modelId="{D95CC112-59B9-4869-8BC5-CCEB2348D22A}" type="sibTrans" cxnId="{CBED579B-BD0F-447D-B544-1F9025844F78}">
      <dgm:prSet/>
      <dgm:spPr/>
      <dgm:t>
        <a:bodyPr/>
        <a:lstStyle/>
        <a:p>
          <a:endParaRPr lang="en-IN"/>
        </a:p>
      </dgm:t>
    </dgm:pt>
    <dgm:pt modelId="{4B1BD83C-3DD9-443B-BE10-5D5BF2D9CD5A}" type="pres">
      <dgm:prSet presAssocID="{69ECA219-086F-4148-B3A2-76EE17DD8FD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9B4B762-F123-4A1A-B074-D83742B9F4FA}" type="pres">
      <dgm:prSet presAssocID="{15E8FF64-5FAF-460C-9155-D722E4F5DF00}" presName="hierRoot1" presStyleCnt="0">
        <dgm:presLayoutVars>
          <dgm:hierBranch/>
        </dgm:presLayoutVars>
      </dgm:prSet>
      <dgm:spPr/>
    </dgm:pt>
    <dgm:pt modelId="{EB6A842D-7040-415B-9FBC-A82FE98A91A2}" type="pres">
      <dgm:prSet presAssocID="{15E8FF64-5FAF-460C-9155-D722E4F5DF00}" presName="rootComposite1" presStyleCnt="0"/>
      <dgm:spPr/>
    </dgm:pt>
    <dgm:pt modelId="{2AD3CEFD-B8EF-4A5A-BD49-1BEAB62C80FF}" type="pres">
      <dgm:prSet presAssocID="{15E8FF64-5FAF-460C-9155-D722E4F5DF00}" presName="rootText1" presStyleLbl="node0" presStyleIdx="0" presStyleCnt="1" custScaleX="152969" custScaleY="68751" custLinFactNeighborX="0" custLinFactNeighborY="-76177">
        <dgm:presLayoutVars>
          <dgm:chPref val="3"/>
        </dgm:presLayoutVars>
      </dgm:prSet>
      <dgm:spPr/>
    </dgm:pt>
    <dgm:pt modelId="{B000BAA1-3B86-49B2-97B0-13888C11D990}" type="pres">
      <dgm:prSet presAssocID="{15E8FF64-5FAF-460C-9155-D722E4F5DF00}" presName="rootConnector1" presStyleLbl="node1" presStyleIdx="0" presStyleCnt="0"/>
      <dgm:spPr/>
    </dgm:pt>
    <dgm:pt modelId="{74200A7D-9103-43C7-B67E-C882CC1EC245}" type="pres">
      <dgm:prSet presAssocID="{15E8FF64-5FAF-460C-9155-D722E4F5DF00}" presName="hierChild2" presStyleCnt="0"/>
      <dgm:spPr/>
    </dgm:pt>
    <dgm:pt modelId="{ED8DBD60-C1A1-45FB-82B2-0D777E5808E6}" type="pres">
      <dgm:prSet presAssocID="{F6E16D59-F55F-408E-8107-AB7BA792CF26}" presName="Name35" presStyleLbl="parChTrans1D2" presStyleIdx="0" presStyleCnt="4"/>
      <dgm:spPr/>
    </dgm:pt>
    <dgm:pt modelId="{E6466E7A-ECFA-4B39-8789-E12E766F6B40}" type="pres">
      <dgm:prSet presAssocID="{2F59F0A0-78F6-4E49-B4D0-208B29B1F4BF}" presName="hierRoot2" presStyleCnt="0">
        <dgm:presLayoutVars>
          <dgm:hierBranch val="init"/>
        </dgm:presLayoutVars>
      </dgm:prSet>
      <dgm:spPr/>
    </dgm:pt>
    <dgm:pt modelId="{6D5E9B2B-F53D-4582-8D8B-17BC86500947}" type="pres">
      <dgm:prSet presAssocID="{2F59F0A0-78F6-4E49-B4D0-208B29B1F4BF}" presName="rootComposite" presStyleCnt="0"/>
      <dgm:spPr/>
    </dgm:pt>
    <dgm:pt modelId="{D1CBDC4E-5ABE-4F50-A739-3AA6A8F908BE}" type="pres">
      <dgm:prSet presAssocID="{2F59F0A0-78F6-4E49-B4D0-208B29B1F4BF}" presName="rootText" presStyleLbl="node2" presStyleIdx="0" presStyleCnt="4" custScaleX="127357" custScaleY="67424">
        <dgm:presLayoutVars>
          <dgm:chPref val="3"/>
        </dgm:presLayoutVars>
      </dgm:prSet>
      <dgm:spPr/>
    </dgm:pt>
    <dgm:pt modelId="{D283BA38-5622-42E6-A2B3-17019932B068}" type="pres">
      <dgm:prSet presAssocID="{2F59F0A0-78F6-4E49-B4D0-208B29B1F4BF}" presName="rootConnector" presStyleLbl="node2" presStyleIdx="0" presStyleCnt="4"/>
      <dgm:spPr/>
    </dgm:pt>
    <dgm:pt modelId="{B175804A-BD5D-4D0F-BB44-409941947F97}" type="pres">
      <dgm:prSet presAssocID="{2F59F0A0-78F6-4E49-B4D0-208B29B1F4BF}" presName="hierChild4" presStyleCnt="0"/>
      <dgm:spPr/>
    </dgm:pt>
    <dgm:pt modelId="{ABA4E15D-5C9C-40B7-9CF7-6F44ECE8C5DB}" type="pres">
      <dgm:prSet presAssocID="{2F59F0A0-78F6-4E49-B4D0-208B29B1F4BF}" presName="hierChild5" presStyleCnt="0"/>
      <dgm:spPr/>
    </dgm:pt>
    <dgm:pt modelId="{1ADCD066-5B54-45DD-B3F9-CBDDAD764FBE}" type="pres">
      <dgm:prSet presAssocID="{20E1EEE2-352F-4491-872B-3BC80E1EF62A}" presName="Name35" presStyleLbl="parChTrans1D2" presStyleIdx="1" presStyleCnt="4"/>
      <dgm:spPr/>
    </dgm:pt>
    <dgm:pt modelId="{0F005BCC-66E5-4D19-A4B4-ADDF0744EC77}" type="pres">
      <dgm:prSet presAssocID="{1092B9B4-EEEE-4E20-A69C-4695EA3471CF}" presName="hierRoot2" presStyleCnt="0">
        <dgm:presLayoutVars>
          <dgm:hierBranch val="init"/>
        </dgm:presLayoutVars>
      </dgm:prSet>
      <dgm:spPr/>
    </dgm:pt>
    <dgm:pt modelId="{7BF71A46-ECDC-4107-996E-E72D484D2040}" type="pres">
      <dgm:prSet presAssocID="{1092B9B4-EEEE-4E20-A69C-4695EA3471CF}" presName="rootComposite" presStyleCnt="0"/>
      <dgm:spPr/>
    </dgm:pt>
    <dgm:pt modelId="{0730A37E-5284-4FDD-8810-17C503E26075}" type="pres">
      <dgm:prSet presAssocID="{1092B9B4-EEEE-4E20-A69C-4695EA3471CF}" presName="rootText" presStyleLbl="node2" presStyleIdx="1" presStyleCnt="4" custScaleX="127357" custScaleY="67424">
        <dgm:presLayoutVars>
          <dgm:chPref val="3"/>
        </dgm:presLayoutVars>
      </dgm:prSet>
      <dgm:spPr/>
    </dgm:pt>
    <dgm:pt modelId="{451A1201-9405-46FB-8695-924DB5A85021}" type="pres">
      <dgm:prSet presAssocID="{1092B9B4-EEEE-4E20-A69C-4695EA3471CF}" presName="rootConnector" presStyleLbl="node2" presStyleIdx="1" presStyleCnt="4"/>
      <dgm:spPr/>
    </dgm:pt>
    <dgm:pt modelId="{213F4311-0EBB-44EB-BD28-C6F5ED82116E}" type="pres">
      <dgm:prSet presAssocID="{1092B9B4-EEEE-4E20-A69C-4695EA3471CF}" presName="hierChild4" presStyleCnt="0"/>
      <dgm:spPr/>
    </dgm:pt>
    <dgm:pt modelId="{6603F576-8306-4710-8F8A-A26FCB41D54C}" type="pres">
      <dgm:prSet presAssocID="{1092B9B4-EEEE-4E20-A69C-4695EA3471CF}" presName="hierChild5" presStyleCnt="0"/>
      <dgm:spPr/>
    </dgm:pt>
    <dgm:pt modelId="{85767979-4964-42E9-8F1E-61DAF1AA8786}" type="pres">
      <dgm:prSet presAssocID="{E12200E8-BFB1-4660-9F14-3364C4556751}" presName="Name35" presStyleLbl="parChTrans1D2" presStyleIdx="2" presStyleCnt="4"/>
      <dgm:spPr/>
    </dgm:pt>
    <dgm:pt modelId="{FD533C39-DD86-4AA4-B89C-6BF2CCAF22D0}" type="pres">
      <dgm:prSet presAssocID="{20A6AFB1-BDB3-4755-9703-9C24D276483D}" presName="hierRoot2" presStyleCnt="0">
        <dgm:presLayoutVars>
          <dgm:hierBranch val="init"/>
        </dgm:presLayoutVars>
      </dgm:prSet>
      <dgm:spPr/>
    </dgm:pt>
    <dgm:pt modelId="{E4C67036-D47E-4A50-BB3F-1A6C62E2314F}" type="pres">
      <dgm:prSet presAssocID="{20A6AFB1-BDB3-4755-9703-9C24D276483D}" presName="rootComposite" presStyleCnt="0"/>
      <dgm:spPr/>
    </dgm:pt>
    <dgm:pt modelId="{F2EA17D0-DC5E-482A-83DC-66F89B41C216}" type="pres">
      <dgm:prSet presAssocID="{20A6AFB1-BDB3-4755-9703-9C24D276483D}" presName="rootText" presStyleLbl="node2" presStyleIdx="2" presStyleCnt="4" custScaleX="127357" custScaleY="67424" custLinFactNeighborX="-3218">
        <dgm:presLayoutVars>
          <dgm:chPref val="3"/>
        </dgm:presLayoutVars>
      </dgm:prSet>
      <dgm:spPr/>
    </dgm:pt>
    <dgm:pt modelId="{6A6AC1BD-F350-4C56-B0B1-6DEDD9023F10}" type="pres">
      <dgm:prSet presAssocID="{20A6AFB1-BDB3-4755-9703-9C24D276483D}" presName="rootConnector" presStyleLbl="node2" presStyleIdx="2" presStyleCnt="4"/>
      <dgm:spPr/>
    </dgm:pt>
    <dgm:pt modelId="{FD737DAE-B0B3-484F-A79F-73D779D36FB9}" type="pres">
      <dgm:prSet presAssocID="{20A6AFB1-BDB3-4755-9703-9C24D276483D}" presName="hierChild4" presStyleCnt="0"/>
      <dgm:spPr/>
    </dgm:pt>
    <dgm:pt modelId="{FBA3981F-3A90-4B3D-BBA8-E41A4AE588D4}" type="pres">
      <dgm:prSet presAssocID="{20A6AFB1-BDB3-4755-9703-9C24D276483D}" presName="hierChild5" presStyleCnt="0"/>
      <dgm:spPr/>
    </dgm:pt>
    <dgm:pt modelId="{5BFAB18F-E95B-42AF-BDF8-00F54BB9D3BB}" type="pres">
      <dgm:prSet presAssocID="{06547A31-546D-4D3D-A14E-42A5DCDA6FCE}" presName="Name35" presStyleLbl="parChTrans1D2" presStyleIdx="3" presStyleCnt="4"/>
      <dgm:spPr/>
    </dgm:pt>
    <dgm:pt modelId="{461879E5-0D57-4601-B1EA-430720EB8670}" type="pres">
      <dgm:prSet presAssocID="{3C2AEF32-E0B6-4A3F-9388-0C0554833514}" presName="hierRoot2" presStyleCnt="0">
        <dgm:presLayoutVars>
          <dgm:hierBranch val="init"/>
        </dgm:presLayoutVars>
      </dgm:prSet>
      <dgm:spPr/>
    </dgm:pt>
    <dgm:pt modelId="{8C2804B4-F310-4AD4-87AA-AC0978C5604F}" type="pres">
      <dgm:prSet presAssocID="{3C2AEF32-E0B6-4A3F-9388-0C0554833514}" presName="rootComposite" presStyleCnt="0"/>
      <dgm:spPr/>
    </dgm:pt>
    <dgm:pt modelId="{8A012971-93B6-43A5-8222-181082B93282}" type="pres">
      <dgm:prSet presAssocID="{3C2AEF32-E0B6-4A3F-9388-0C0554833514}" presName="rootText" presStyleLbl="node2" presStyleIdx="3" presStyleCnt="4" custScaleX="127357" custScaleY="67424" custLinFactNeighborX="-3218">
        <dgm:presLayoutVars>
          <dgm:chPref val="3"/>
        </dgm:presLayoutVars>
      </dgm:prSet>
      <dgm:spPr/>
    </dgm:pt>
    <dgm:pt modelId="{9F416B59-65E7-4308-B1FC-7EEF055F91A0}" type="pres">
      <dgm:prSet presAssocID="{3C2AEF32-E0B6-4A3F-9388-0C0554833514}" presName="rootConnector" presStyleLbl="node2" presStyleIdx="3" presStyleCnt="4"/>
      <dgm:spPr/>
    </dgm:pt>
    <dgm:pt modelId="{EE44E977-8AEE-48E1-BFFA-2B948803D135}" type="pres">
      <dgm:prSet presAssocID="{3C2AEF32-E0B6-4A3F-9388-0C0554833514}" presName="hierChild4" presStyleCnt="0"/>
      <dgm:spPr/>
    </dgm:pt>
    <dgm:pt modelId="{FC20BF18-3BC2-46F8-B851-BC36BD840A15}" type="pres">
      <dgm:prSet presAssocID="{3C2AEF32-E0B6-4A3F-9388-0C0554833514}" presName="hierChild5" presStyleCnt="0"/>
      <dgm:spPr/>
    </dgm:pt>
    <dgm:pt modelId="{6100BEAE-515C-4304-AB39-1C89AC44147A}" type="pres">
      <dgm:prSet presAssocID="{15E8FF64-5FAF-460C-9155-D722E4F5DF00}" presName="hierChild3" presStyleCnt="0"/>
      <dgm:spPr/>
    </dgm:pt>
  </dgm:ptLst>
  <dgm:cxnLst>
    <dgm:cxn modelId="{978D2133-D54A-4645-8B34-8C41CF919063}" type="presOf" srcId="{1092B9B4-EEEE-4E20-A69C-4695EA3471CF}" destId="{451A1201-9405-46FB-8695-924DB5A85021}" srcOrd="1" destOrd="0" presId="urn:microsoft.com/office/officeart/2005/8/layout/orgChart1"/>
    <dgm:cxn modelId="{6C6CD43C-9F0C-44F3-8233-24EB260D614F}" type="presOf" srcId="{20E1EEE2-352F-4491-872B-3BC80E1EF62A}" destId="{1ADCD066-5B54-45DD-B3F9-CBDDAD764FBE}" srcOrd="0" destOrd="0" presId="urn:microsoft.com/office/officeart/2005/8/layout/orgChart1"/>
    <dgm:cxn modelId="{D0B9C55C-A017-4CD6-9C7A-3354AD61B41F}" type="presOf" srcId="{F6E16D59-F55F-408E-8107-AB7BA792CF26}" destId="{ED8DBD60-C1A1-45FB-82B2-0D777E5808E6}" srcOrd="0" destOrd="0" presId="urn:microsoft.com/office/officeart/2005/8/layout/orgChart1"/>
    <dgm:cxn modelId="{ED6D0D43-3F89-4949-87CB-0F89B5582F15}" type="presOf" srcId="{15E8FF64-5FAF-460C-9155-D722E4F5DF00}" destId="{2AD3CEFD-B8EF-4A5A-BD49-1BEAB62C80FF}" srcOrd="0" destOrd="0" presId="urn:microsoft.com/office/officeart/2005/8/layout/orgChart1"/>
    <dgm:cxn modelId="{ECA28263-1722-487D-B1DC-512D800321EE}" srcId="{15E8FF64-5FAF-460C-9155-D722E4F5DF00}" destId="{1092B9B4-EEEE-4E20-A69C-4695EA3471CF}" srcOrd="1" destOrd="0" parTransId="{20E1EEE2-352F-4491-872B-3BC80E1EF62A}" sibTransId="{44D56972-6696-4B03-A70E-09F4FD3938AF}"/>
    <dgm:cxn modelId="{4740A943-2836-4746-9CF2-E328568FFBD0}" type="presOf" srcId="{3C2AEF32-E0B6-4A3F-9388-0C0554833514}" destId="{9F416B59-65E7-4308-B1FC-7EEF055F91A0}" srcOrd="1" destOrd="0" presId="urn:microsoft.com/office/officeart/2005/8/layout/orgChart1"/>
    <dgm:cxn modelId="{69A72848-D858-400C-9DB8-77FA39EB7FF3}" type="presOf" srcId="{3C2AEF32-E0B6-4A3F-9388-0C0554833514}" destId="{8A012971-93B6-43A5-8222-181082B93282}" srcOrd="0" destOrd="0" presId="urn:microsoft.com/office/officeart/2005/8/layout/orgChart1"/>
    <dgm:cxn modelId="{7D3F6377-1C9E-4E34-B24E-FB8C57F32D9A}" type="presOf" srcId="{2F59F0A0-78F6-4E49-B4D0-208B29B1F4BF}" destId="{D1CBDC4E-5ABE-4F50-A739-3AA6A8F908BE}" srcOrd="0" destOrd="0" presId="urn:microsoft.com/office/officeart/2005/8/layout/orgChart1"/>
    <dgm:cxn modelId="{BD39F577-D076-4002-9A84-A3EF307EA6E1}" srcId="{15E8FF64-5FAF-460C-9155-D722E4F5DF00}" destId="{20A6AFB1-BDB3-4755-9703-9C24D276483D}" srcOrd="2" destOrd="0" parTransId="{E12200E8-BFB1-4660-9F14-3364C4556751}" sibTransId="{747E185F-D33E-4451-9122-1829F192D6FE}"/>
    <dgm:cxn modelId="{7333CB79-3097-467A-9142-FB9A4C292B0C}" type="presOf" srcId="{20A6AFB1-BDB3-4755-9703-9C24D276483D}" destId="{6A6AC1BD-F350-4C56-B0B1-6DEDD9023F10}" srcOrd="1" destOrd="0" presId="urn:microsoft.com/office/officeart/2005/8/layout/orgChart1"/>
    <dgm:cxn modelId="{45307A97-D462-4C43-96DA-383D5FC85A0A}" srcId="{69ECA219-086F-4148-B3A2-76EE17DD8FD1}" destId="{15E8FF64-5FAF-460C-9155-D722E4F5DF00}" srcOrd="0" destOrd="0" parTransId="{47415314-0A6F-4AE8-9403-9AE0B8650CE7}" sibTransId="{A035317B-A61D-4C18-81CE-483E92435283}"/>
    <dgm:cxn modelId="{112CEE9A-E9A1-45CD-A2E3-3B965747F171}" type="presOf" srcId="{06547A31-546D-4D3D-A14E-42A5DCDA6FCE}" destId="{5BFAB18F-E95B-42AF-BDF8-00F54BB9D3BB}" srcOrd="0" destOrd="0" presId="urn:microsoft.com/office/officeart/2005/8/layout/orgChart1"/>
    <dgm:cxn modelId="{CBED579B-BD0F-447D-B544-1F9025844F78}" srcId="{15E8FF64-5FAF-460C-9155-D722E4F5DF00}" destId="{3C2AEF32-E0B6-4A3F-9388-0C0554833514}" srcOrd="3" destOrd="0" parTransId="{06547A31-546D-4D3D-A14E-42A5DCDA6FCE}" sibTransId="{D95CC112-59B9-4869-8BC5-CCEB2348D22A}"/>
    <dgm:cxn modelId="{F6D0F19B-C6EE-49C9-9D3D-2FB33B047367}" srcId="{15E8FF64-5FAF-460C-9155-D722E4F5DF00}" destId="{2F59F0A0-78F6-4E49-B4D0-208B29B1F4BF}" srcOrd="0" destOrd="0" parTransId="{F6E16D59-F55F-408E-8107-AB7BA792CF26}" sibTransId="{BA839F41-87ED-44D8-B999-F7B5A18104AC}"/>
    <dgm:cxn modelId="{4584FEBB-FF94-4C20-8D6B-40095E21E722}" type="presOf" srcId="{1092B9B4-EEEE-4E20-A69C-4695EA3471CF}" destId="{0730A37E-5284-4FDD-8810-17C503E26075}" srcOrd="0" destOrd="0" presId="urn:microsoft.com/office/officeart/2005/8/layout/orgChart1"/>
    <dgm:cxn modelId="{3F790FD8-EA41-4B14-B003-9F7E6D810F4F}" type="presOf" srcId="{2F59F0A0-78F6-4E49-B4D0-208B29B1F4BF}" destId="{D283BA38-5622-42E6-A2B3-17019932B068}" srcOrd="1" destOrd="0" presId="urn:microsoft.com/office/officeart/2005/8/layout/orgChart1"/>
    <dgm:cxn modelId="{46C24FEB-3398-484D-BF9D-0FEA3A244D5C}" type="presOf" srcId="{15E8FF64-5FAF-460C-9155-D722E4F5DF00}" destId="{B000BAA1-3B86-49B2-97B0-13888C11D990}" srcOrd="1" destOrd="0" presId="urn:microsoft.com/office/officeart/2005/8/layout/orgChart1"/>
    <dgm:cxn modelId="{FD91FAF0-0D46-45B8-BFC2-5042CC9E126E}" type="presOf" srcId="{E12200E8-BFB1-4660-9F14-3364C4556751}" destId="{85767979-4964-42E9-8F1E-61DAF1AA8786}" srcOrd="0" destOrd="0" presId="urn:microsoft.com/office/officeart/2005/8/layout/orgChart1"/>
    <dgm:cxn modelId="{FEC1CEF1-1AA5-4FF1-B2A1-82A39BE5976E}" type="presOf" srcId="{69ECA219-086F-4148-B3A2-76EE17DD8FD1}" destId="{4B1BD83C-3DD9-443B-BE10-5D5BF2D9CD5A}" srcOrd="0" destOrd="0" presId="urn:microsoft.com/office/officeart/2005/8/layout/orgChart1"/>
    <dgm:cxn modelId="{C856ACF3-0854-44A0-8AE2-B2C1D6624C8B}" type="presOf" srcId="{20A6AFB1-BDB3-4755-9703-9C24D276483D}" destId="{F2EA17D0-DC5E-482A-83DC-66F89B41C216}" srcOrd="0" destOrd="0" presId="urn:microsoft.com/office/officeart/2005/8/layout/orgChart1"/>
    <dgm:cxn modelId="{EA021B22-9C33-4CC6-B615-C76C01A9AF86}" type="presParOf" srcId="{4B1BD83C-3DD9-443B-BE10-5D5BF2D9CD5A}" destId="{49B4B762-F123-4A1A-B074-D83742B9F4FA}" srcOrd="0" destOrd="0" presId="urn:microsoft.com/office/officeart/2005/8/layout/orgChart1"/>
    <dgm:cxn modelId="{7A6886C3-5222-4A6E-9674-A00CED3D485E}" type="presParOf" srcId="{49B4B762-F123-4A1A-B074-D83742B9F4FA}" destId="{EB6A842D-7040-415B-9FBC-A82FE98A91A2}" srcOrd="0" destOrd="0" presId="urn:microsoft.com/office/officeart/2005/8/layout/orgChart1"/>
    <dgm:cxn modelId="{45498D5C-3278-4D90-8741-87F8421FA411}" type="presParOf" srcId="{EB6A842D-7040-415B-9FBC-A82FE98A91A2}" destId="{2AD3CEFD-B8EF-4A5A-BD49-1BEAB62C80FF}" srcOrd="0" destOrd="0" presId="urn:microsoft.com/office/officeart/2005/8/layout/orgChart1"/>
    <dgm:cxn modelId="{34DEA6C2-FCF2-4E58-BFE4-6E08D1F824BC}" type="presParOf" srcId="{EB6A842D-7040-415B-9FBC-A82FE98A91A2}" destId="{B000BAA1-3B86-49B2-97B0-13888C11D990}" srcOrd="1" destOrd="0" presId="urn:microsoft.com/office/officeart/2005/8/layout/orgChart1"/>
    <dgm:cxn modelId="{23BED88F-7ECA-45E8-8046-1A98C5A30AA3}" type="presParOf" srcId="{49B4B762-F123-4A1A-B074-D83742B9F4FA}" destId="{74200A7D-9103-43C7-B67E-C882CC1EC245}" srcOrd="1" destOrd="0" presId="urn:microsoft.com/office/officeart/2005/8/layout/orgChart1"/>
    <dgm:cxn modelId="{A240757B-FE23-41F6-B9A1-D803B1B9A865}" type="presParOf" srcId="{74200A7D-9103-43C7-B67E-C882CC1EC245}" destId="{ED8DBD60-C1A1-45FB-82B2-0D777E5808E6}" srcOrd="0" destOrd="0" presId="urn:microsoft.com/office/officeart/2005/8/layout/orgChart1"/>
    <dgm:cxn modelId="{B997ECFC-39C0-47ED-A8CE-6F9DC62D8680}" type="presParOf" srcId="{74200A7D-9103-43C7-B67E-C882CC1EC245}" destId="{E6466E7A-ECFA-4B39-8789-E12E766F6B40}" srcOrd="1" destOrd="0" presId="urn:microsoft.com/office/officeart/2005/8/layout/orgChart1"/>
    <dgm:cxn modelId="{2DBDDF33-F35F-444C-8FD5-3E2AF24738CE}" type="presParOf" srcId="{E6466E7A-ECFA-4B39-8789-E12E766F6B40}" destId="{6D5E9B2B-F53D-4582-8D8B-17BC86500947}" srcOrd="0" destOrd="0" presId="urn:microsoft.com/office/officeart/2005/8/layout/orgChart1"/>
    <dgm:cxn modelId="{F6426FF9-2FEF-4AE1-91F7-23A2D193494E}" type="presParOf" srcId="{6D5E9B2B-F53D-4582-8D8B-17BC86500947}" destId="{D1CBDC4E-5ABE-4F50-A739-3AA6A8F908BE}" srcOrd="0" destOrd="0" presId="urn:microsoft.com/office/officeart/2005/8/layout/orgChart1"/>
    <dgm:cxn modelId="{5E0B2BE1-6B5E-44FC-BC7E-83913C878F1E}" type="presParOf" srcId="{6D5E9B2B-F53D-4582-8D8B-17BC86500947}" destId="{D283BA38-5622-42E6-A2B3-17019932B068}" srcOrd="1" destOrd="0" presId="urn:microsoft.com/office/officeart/2005/8/layout/orgChart1"/>
    <dgm:cxn modelId="{E105AAB9-5DC6-4778-BD20-6124F249D270}" type="presParOf" srcId="{E6466E7A-ECFA-4B39-8789-E12E766F6B40}" destId="{B175804A-BD5D-4D0F-BB44-409941947F97}" srcOrd="1" destOrd="0" presId="urn:microsoft.com/office/officeart/2005/8/layout/orgChart1"/>
    <dgm:cxn modelId="{5144EF9C-90B6-4C0A-9B18-DA518F728184}" type="presParOf" srcId="{E6466E7A-ECFA-4B39-8789-E12E766F6B40}" destId="{ABA4E15D-5C9C-40B7-9CF7-6F44ECE8C5DB}" srcOrd="2" destOrd="0" presId="urn:microsoft.com/office/officeart/2005/8/layout/orgChart1"/>
    <dgm:cxn modelId="{E0FE7ABA-AE9B-4CB8-BED0-ED20EE0ED2BB}" type="presParOf" srcId="{74200A7D-9103-43C7-B67E-C882CC1EC245}" destId="{1ADCD066-5B54-45DD-B3F9-CBDDAD764FBE}" srcOrd="2" destOrd="0" presId="urn:microsoft.com/office/officeart/2005/8/layout/orgChart1"/>
    <dgm:cxn modelId="{E056B6A6-87B5-4EFC-8F8C-CCD44E60EFE8}" type="presParOf" srcId="{74200A7D-9103-43C7-B67E-C882CC1EC245}" destId="{0F005BCC-66E5-4D19-A4B4-ADDF0744EC77}" srcOrd="3" destOrd="0" presId="urn:microsoft.com/office/officeart/2005/8/layout/orgChart1"/>
    <dgm:cxn modelId="{5AEC70CB-49C9-4EDA-B392-40063E432C84}" type="presParOf" srcId="{0F005BCC-66E5-4D19-A4B4-ADDF0744EC77}" destId="{7BF71A46-ECDC-4107-996E-E72D484D2040}" srcOrd="0" destOrd="0" presId="urn:microsoft.com/office/officeart/2005/8/layout/orgChart1"/>
    <dgm:cxn modelId="{174C1AE1-239F-411A-A671-039C37152D23}" type="presParOf" srcId="{7BF71A46-ECDC-4107-996E-E72D484D2040}" destId="{0730A37E-5284-4FDD-8810-17C503E26075}" srcOrd="0" destOrd="0" presId="urn:microsoft.com/office/officeart/2005/8/layout/orgChart1"/>
    <dgm:cxn modelId="{41E3FEB3-1CF1-4462-821C-AAF672B437A7}" type="presParOf" srcId="{7BF71A46-ECDC-4107-996E-E72D484D2040}" destId="{451A1201-9405-46FB-8695-924DB5A85021}" srcOrd="1" destOrd="0" presId="urn:microsoft.com/office/officeart/2005/8/layout/orgChart1"/>
    <dgm:cxn modelId="{86CED038-ED53-4E36-8DD9-81FBB173AD20}" type="presParOf" srcId="{0F005BCC-66E5-4D19-A4B4-ADDF0744EC77}" destId="{213F4311-0EBB-44EB-BD28-C6F5ED82116E}" srcOrd="1" destOrd="0" presId="urn:microsoft.com/office/officeart/2005/8/layout/orgChart1"/>
    <dgm:cxn modelId="{409623C1-32D5-4249-94AE-9EF2FBA634C5}" type="presParOf" srcId="{0F005BCC-66E5-4D19-A4B4-ADDF0744EC77}" destId="{6603F576-8306-4710-8F8A-A26FCB41D54C}" srcOrd="2" destOrd="0" presId="urn:microsoft.com/office/officeart/2005/8/layout/orgChart1"/>
    <dgm:cxn modelId="{8436A2E6-871D-4807-BB46-C175E398CA6C}" type="presParOf" srcId="{74200A7D-9103-43C7-B67E-C882CC1EC245}" destId="{85767979-4964-42E9-8F1E-61DAF1AA8786}" srcOrd="4" destOrd="0" presId="urn:microsoft.com/office/officeart/2005/8/layout/orgChart1"/>
    <dgm:cxn modelId="{5E16D12F-28C5-4ABE-8B64-56993753F4BB}" type="presParOf" srcId="{74200A7D-9103-43C7-B67E-C882CC1EC245}" destId="{FD533C39-DD86-4AA4-B89C-6BF2CCAF22D0}" srcOrd="5" destOrd="0" presId="urn:microsoft.com/office/officeart/2005/8/layout/orgChart1"/>
    <dgm:cxn modelId="{F5CB51EF-E4F4-4872-B7D7-D8FC775F1DCC}" type="presParOf" srcId="{FD533C39-DD86-4AA4-B89C-6BF2CCAF22D0}" destId="{E4C67036-D47E-4A50-BB3F-1A6C62E2314F}" srcOrd="0" destOrd="0" presId="urn:microsoft.com/office/officeart/2005/8/layout/orgChart1"/>
    <dgm:cxn modelId="{FA2B3C31-23D5-4B93-B580-7190D6875A08}" type="presParOf" srcId="{E4C67036-D47E-4A50-BB3F-1A6C62E2314F}" destId="{F2EA17D0-DC5E-482A-83DC-66F89B41C216}" srcOrd="0" destOrd="0" presId="urn:microsoft.com/office/officeart/2005/8/layout/orgChart1"/>
    <dgm:cxn modelId="{91B9E71D-F96E-4E9E-ACDE-232AFD9FD6D4}" type="presParOf" srcId="{E4C67036-D47E-4A50-BB3F-1A6C62E2314F}" destId="{6A6AC1BD-F350-4C56-B0B1-6DEDD9023F10}" srcOrd="1" destOrd="0" presId="urn:microsoft.com/office/officeart/2005/8/layout/orgChart1"/>
    <dgm:cxn modelId="{64A9CDA6-2D1E-4660-B50A-7B75D30F6651}" type="presParOf" srcId="{FD533C39-DD86-4AA4-B89C-6BF2CCAF22D0}" destId="{FD737DAE-B0B3-484F-A79F-73D779D36FB9}" srcOrd="1" destOrd="0" presId="urn:microsoft.com/office/officeart/2005/8/layout/orgChart1"/>
    <dgm:cxn modelId="{81C21C79-5E6F-4DAF-A1B9-6E829BD7C1C4}" type="presParOf" srcId="{FD533C39-DD86-4AA4-B89C-6BF2CCAF22D0}" destId="{FBA3981F-3A90-4B3D-BBA8-E41A4AE588D4}" srcOrd="2" destOrd="0" presId="urn:microsoft.com/office/officeart/2005/8/layout/orgChart1"/>
    <dgm:cxn modelId="{67173403-8A29-461D-A080-528D7583F654}" type="presParOf" srcId="{74200A7D-9103-43C7-B67E-C882CC1EC245}" destId="{5BFAB18F-E95B-42AF-BDF8-00F54BB9D3BB}" srcOrd="6" destOrd="0" presId="urn:microsoft.com/office/officeart/2005/8/layout/orgChart1"/>
    <dgm:cxn modelId="{422B3C47-6D86-4F16-A884-A06EB18A9816}" type="presParOf" srcId="{74200A7D-9103-43C7-B67E-C882CC1EC245}" destId="{461879E5-0D57-4601-B1EA-430720EB8670}" srcOrd="7" destOrd="0" presId="urn:microsoft.com/office/officeart/2005/8/layout/orgChart1"/>
    <dgm:cxn modelId="{9A60A8B9-CE4C-4F31-9BC5-92C3F21F4590}" type="presParOf" srcId="{461879E5-0D57-4601-B1EA-430720EB8670}" destId="{8C2804B4-F310-4AD4-87AA-AC0978C5604F}" srcOrd="0" destOrd="0" presId="urn:microsoft.com/office/officeart/2005/8/layout/orgChart1"/>
    <dgm:cxn modelId="{7E863A55-B7EC-4983-9097-2CCC45D96FF0}" type="presParOf" srcId="{8C2804B4-F310-4AD4-87AA-AC0978C5604F}" destId="{8A012971-93B6-43A5-8222-181082B93282}" srcOrd="0" destOrd="0" presId="urn:microsoft.com/office/officeart/2005/8/layout/orgChart1"/>
    <dgm:cxn modelId="{14CA7C55-5DB2-4ED8-A4E3-FD62247941E0}" type="presParOf" srcId="{8C2804B4-F310-4AD4-87AA-AC0978C5604F}" destId="{9F416B59-65E7-4308-B1FC-7EEF055F91A0}" srcOrd="1" destOrd="0" presId="urn:microsoft.com/office/officeart/2005/8/layout/orgChart1"/>
    <dgm:cxn modelId="{5F0EA1B6-AA70-44AC-A019-6B29955FAE92}" type="presParOf" srcId="{461879E5-0D57-4601-B1EA-430720EB8670}" destId="{EE44E977-8AEE-48E1-BFFA-2B948803D135}" srcOrd="1" destOrd="0" presId="urn:microsoft.com/office/officeart/2005/8/layout/orgChart1"/>
    <dgm:cxn modelId="{508E8EDD-FE26-49AC-82AE-E8A6F94F425D}" type="presParOf" srcId="{461879E5-0D57-4601-B1EA-430720EB8670}" destId="{FC20BF18-3BC2-46F8-B851-BC36BD840A15}" srcOrd="2" destOrd="0" presId="urn:microsoft.com/office/officeart/2005/8/layout/orgChart1"/>
    <dgm:cxn modelId="{A3969684-1451-4B1B-8AA1-33A014E03C56}" type="presParOf" srcId="{49B4B762-F123-4A1A-B074-D83742B9F4FA}" destId="{6100BEAE-515C-4304-AB39-1C89AC4414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AB18F-E95B-42AF-BDF8-00F54BB9D3BB}">
      <dsp:nvSpPr>
        <dsp:cNvPr id="0" name=""/>
        <dsp:cNvSpPr/>
      </dsp:nvSpPr>
      <dsp:spPr>
        <a:xfrm>
          <a:off x="5439130" y="652761"/>
          <a:ext cx="4164652" cy="948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976"/>
              </a:lnTo>
              <a:lnTo>
                <a:pt x="4164652" y="748976"/>
              </a:lnTo>
              <a:lnTo>
                <a:pt x="4164652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767979-4964-42E9-8F1E-61DAF1AA8786}">
      <dsp:nvSpPr>
        <dsp:cNvPr id="0" name=""/>
        <dsp:cNvSpPr/>
      </dsp:nvSpPr>
      <dsp:spPr>
        <a:xfrm>
          <a:off x="5439130" y="652761"/>
          <a:ext cx="1347479" cy="948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976"/>
              </a:lnTo>
              <a:lnTo>
                <a:pt x="1347479" y="748976"/>
              </a:lnTo>
              <a:lnTo>
                <a:pt x="1347479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DCD066-5B54-45DD-B3F9-CBDDAD764FBE}">
      <dsp:nvSpPr>
        <dsp:cNvPr id="0" name=""/>
        <dsp:cNvSpPr/>
      </dsp:nvSpPr>
      <dsp:spPr>
        <a:xfrm>
          <a:off x="4030543" y="652761"/>
          <a:ext cx="1408586" cy="948362"/>
        </a:xfrm>
        <a:custGeom>
          <a:avLst/>
          <a:gdLst/>
          <a:ahLst/>
          <a:cxnLst/>
          <a:rect l="0" t="0" r="0" b="0"/>
          <a:pathLst>
            <a:path>
              <a:moveTo>
                <a:pt x="1408586" y="0"/>
              </a:moveTo>
              <a:lnTo>
                <a:pt x="1408586" y="748976"/>
              </a:lnTo>
              <a:lnTo>
                <a:pt x="0" y="748976"/>
              </a:lnTo>
              <a:lnTo>
                <a:pt x="0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DBD60-C1A1-45FB-82B2-0D777E5808E6}">
      <dsp:nvSpPr>
        <dsp:cNvPr id="0" name=""/>
        <dsp:cNvSpPr/>
      </dsp:nvSpPr>
      <dsp:spPr>
        <a:xfrm>
          <a:off x="1213369" y="652761"/>
          <a:ext cx="4225760" cy="948362"/>
        </a:xfrm>
        <a:custGeom>
          <a:avLst/>
          <a:gdLst/>
          <a:ahLst/>
          <a:cxnLst/>
          <a:rect l="0" t="0" r="0" b="0"/>
          <a:pathLst>
            <a:path>
              <a:moveTo>
                <a:pt x="4225760" y="0"/>
              </a:moveTo>
              <a:lnTo>
                <a:pt x="4225760" y="748976"/>
              </a:lnTo>
              <a:lnTo>
                <a:pt x="0" y="748976"/>
              </a:lnTo>
              <a:lnTo>
                <a:pt x="0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3CEFD-B8EF-4A5A-BD49-1BEAB62C80FF}">
      <dsp:nvSpPr>
        <dsp:cNvPr id="0" name=""/>
        <dsp:cNvSpPr/>
      </dsp:nvSpPr>
      <dsp:spPr>
        <a:xfrm>
          <a:off x="3986754" y="0"/>
          <a:ext cx="2904751" cy="6527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u="none" kern="1200" dirty="0"/>
            <a:t>Types of Conditional Sentences</a:t>
          </a:r>
        </a:p>
      </dsp:txBody>
      <dsp:txXfrm>
        <a:off x="3986754" y="0"/>
        <a:ext cx="2904751" cy="652761"/>
      </dsp:txXfrm>
    </dsp:sp>
    <dsp:sp modelId="{D1CBDC4E-5ABE-4F50-A739-3AA6A8F908BE}">
      <dsp:nvSpPr>
        <dsp:cNvPr id="0" name=""/>
        <dsp:cNvSpPr/>
      </dsp:nvSpPr>
      <dsp:spPr>
        <a:xfrm>
          <a:off x="4169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Zero Conditional</a:t>
          </a:r>
          <a:endParaRPr lang="en-IN" sz="2000" b="1" kern="1200" dirty="0"/>
        </a:p>
      </dsp:txBody>
      <dsp:txXfrm>
        <a:off x="4169" y="1601123"/>
        <a:ext cx="2418401" cy="640162"/>
      </dsp:txXfrm>
    </dsp:sp>
    <dsp:sp modelId="{0730A37E-5284-4FDD-8810-17C503E26075}">
      <dsp:nvSpPr>
        <dsp:cNvPr id="0" name=""/>
        <dsp:cNvSpPr/>
      </dsp:nvSpPr>
      <dsp:spPr>
        <a:xfrm>
          <a:off x="2821342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First Conditional</a:t>
          </a:r>
          <a:endParaRPr lang="en-IN" sz="2000" b="1" kern="1200" dirty="0"/>
        </a:p>
      </dsp:txBody>
      <dsp:txXfrm>
        <a:off x="2821342" y="1601123"/>
        <a:ext cx="2418401" cy="640162"/>
      </dsp:txXfrm>
    </dsp:sp>
    <dsp:sp modelId="{F2EA17D0-DC5E-482A-83DC-66F89B41C216}">
      <dsp:nvSpPr>
        <dsp:cNvPr id="0" name=""/>
        <dsp:cNvSpPr/>
      </dsp:nvSpPr>
      <dsp:spPr>
        <a:xfrm>
          <a:off x="5577408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Second Conditional</a:t>
          </a:r>
          <a:endParaRPr lang="en-IN" sz="2000" b="1" kern="1200" dirty="0"/>
        </a:p>
      </dsp:txBody>
      <dsp:txXfrm>
        <a:off x="5577408" y="1601123"/>
        <a:ext cx="2418401" cy="640162"/>
      </dsp:txXfrm>
    </dsp:sp>
    <dsp:sp modelId="{8A012971-93B6-43A5-8222-181082B93282}">
      <dsp:nvSpPr>
        <dsp:cNvPr id="0" name=""/>
        <dsp:cNvSpPr/>
      </dsp:nvSpPr>
      <dsp:spPr>
        <a:xfrm>
          <a:off x="8394582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Third Conditional</a:t>
          </a:r>
          <a:endParaRPr lang="en-IN" sz="2000" b="1" kern="1200" dirty="0"/>
        </a:p>
      </dsp:txBody>
      <dsp:txXfrm>
        <a:off x="8394582" y="1601123"/>
        <a:ext cx="2418401" cy="640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0710-4E90-8539-3C1F-935F532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F2CB1-35FD-3756-C6B0-C77A885E6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41258-C087-F8C4-A32E-5EC40CF2A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1E27-3843-5749-1693-C725A79C9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472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4BF7-2422-10DF-6235-9344B0DF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67482-DA93-C0AF-2F69-5432B957A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70EB0-E8C0-024F-0C65-56A2B494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7A3F-BD6A-F6C4-F73C-2128C75F6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599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 Chauhan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#2501HS102 (English)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Wingdings" panose="05000000000000000000" pitchFamily="2" charset="2"/>
                <a:ea typeface="Roboto Condensed Light" panose="02000000000000000000" pitchFamily="2" charset="0"/>
                <a:cs typeface="+mn-cs"/>
              </a:rPr>
              <a:t>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- 4 – 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Conditional Sentences</a:t>
            </a:r>
            <a:b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nitin.chauhan@darshan.ac.in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9016705547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Nitin H. Chauhan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9B32553-06B4-F721-2DD8-3BE81916D6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2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37096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Conditional Sentences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/>
              <a:t>Conditional Sentences</a:t>
            </a:r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09AC03-D49D-4C97-A70A-C54368E7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68671" cy="559056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Conditional sentences</a:t>
            </a:r>
            <a:r>
              <a:rPr lang="en-US" dirty="0"/>
              <a:t> are sentences </a:t>
            </a:r>
            <a:r>
              <a:rPr lang="en-US" b="1" dirty="0"/>
              <a:t>that talk about a condition </a:t>
            </a:r>
            <a:r>
              <a:rPr lang="en-US" dirty="0"/>
              <a:t>(something that might happen, or might have happened) </a:t>
            </a:r>
            <a:r>
              <a:rPr lang="en-US" b="1" dirty="0"/>
              <a:t>and the result </a:t>
            </a:r>
            <a:r>
              <a:rPr lang="en-US" dirty="0"/>
              <a:t>(what follows from that condition).</a:t>
            </a:r>
          </a:p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શરતી વાક્ય </a:t>
            </a:r>
            <a:r>
              <a:rPr lang="gu-IN" sz="20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એવા વાક્ય હોય છે જે કોઈ શરત (જે બનવાનું હોય તે) અને તેનું પરિણામ (તે શરત પૂર્ણ થવાથી શું થાય છે) દર્શાવે છે.</a:t>
            </a:r>
            <a:endParaRPr lang="en-US" sz="20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dirty="0"/>
              <a:t>Conditional sentences are also called </a:t>
            </a:r>
            <a:r>
              <a:rPr lang="en-US" i="1" dirty="0"/>
              <a:t>if-clauses.</a:t>
            </a:r>
            <a:endParaRPr lang="en-US" dirty="0"/>
          </a:p>
          <a:p>
            <a:r>
              <a:rPr lang="en-US" dirty="0"/>
              <a:t>They usually have </a:t>
            </a:r>
            <a:r>
              <a:rPr lang="en-US" b="1" dirty="0"/>
              <a:t>two parts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C84C4-CA70-4F74-86DB-4F05FDBA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3D82E-02E5-4E5F-BC75-DE6FD05AB7B1}"/>
              </a:ext>
            </a:extLst>
          </p:cNvPr>
          <p:cNvSpPr txBox="1"/>
          <p:nvPr/>
        </p:nvSpPr>
        <p:spPr>
          <a:xfrm>
            <a:off x="1035320" y="3552949"/>
            <a:ext cx="352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If it rains, I will stay home. 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5E345E-FDA4-41E0-A0ED-63F5ADF33B10}"/>
              </a:ext>
            </a:extLst>
          </p:cNvPr>
          <p:cNvCxnSpPr/>
          <p:nvPr/>
        </p:nvCxnSpPr>
        <p:spPr>
          <a:xfrm flipV="1">
            <a:off x="1682585" y="4077386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40FA22-F30E-4263-BF5D-A9B2A70CD5DC}"/>
              </a:ext>
            </a:extLst>
          </p:cNvPr>
          <p:cNvCxnSpPr/>
          <p:nvPr/>
        </p:nvCxnSpPr>
        <p:spPr>
          <a:xfrm flipV="1">
            <a:off x="3299864" y="4077386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45F6CE-C0EC-43B6-B3AF-FBDBE8663423}"/>
              </a:ext>
            </a:extLst>
          </p:cNvPr>
          <p:cNvSpPr txBox="1"/>
          <p:nvPr/>
        </p:nvSpPr>
        <p:spPr>
          <a:xfrm>
            <a:off x="1035320" y="4686855"/>
            <a:ext cx="15376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If-clause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(condition)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84FC7-028F-4A62-AA37-5BABBD1A386D}"/>
              </a:ext>
            </a:extLst>
          </p:cNvPr>
          <p:cNvSpPr txBox="1"/>
          <p:nvPr/>
        </p:nvSpPr>
        <p:spPr>
          <a:xfrm>
            <a:off x="2811785" y="4717466"/>
            <a:ext cx="16626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clause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(result)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1A328F-033E-4C72-ACD8-EFB354434B68}"/>
              </a:ext>
            </a:extLst>
          </p:cNvPr>
          <p:cNvCxnSpPr>
            <a:cxnSpLocks/>
          </p:cNvCxnSpPr>
          <p:nvPr/>
        </p:nvCxnSpPr>
        <p:spPr>
          <a:xfrm>
            <a:off x="1136684" y="3975187"/>
            <a:ext cx="105508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C14C7A-3735-472B-AF56-9DFF32E14EC7}"/>
              </a:ext>
            </a:extLst>
          </p:cNvPr>
          <p:cNvCxnSpPr>
            <a:cxnSpLocks/>
          </p:cNvCxnSpPr>
          <p:nvPr/>
        </p:nvCxnSpPr>
        <p:spPr>
          <a:xfrm>
            <a:off x="2382778" y="3975187"/>
            <a:ext cx="190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F116E4-C4EA-BC15-16EA-B711106758B7}"/>
              </a:ext>
            </a:extLst>
          </p:cNvPr>
          <p:cNvSpPr txBox="1"/>
          <p:nvPr/>
        </p:nvSpPr>
        <p:spPr>
          <a:xfrm>
            <a:off x="7014374" y="3556490"/>
            <a:ext cx="4241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જો વરસાદ પડે</a:t>
            </a:r>
            <a:r>
              <a:rPr lang="en-US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, </a:t>
            </a:r>
            <a:r>
              <a:rPr lang="gu-IN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તો અમે ઘરમાં રહીશું</a:t>
            </a:r>
            <a:r>
              <a:rPr lang="en-US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. </a:t>
            </a:r>
            <a:endParaRPr lang="en-IN" sz="2200" b="1" dirty="0">
              <a:solidFill>
                <a:srgbClr val="C00000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FBBFF6-1460-AAE5-EAF8-9245015EE186}"/>
              </a:ext>
            </a:extLst>
          </p:cNvPr>
          <p:cNvCxnSpPr/>
          <p:nvPr/>
        </p:nvCxnSpPr>
        <p:spPr>
          <a:xfrm flipV="1">
            <a:off x="7916825" y="4080927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49CAA0-D741-0204-A47B-837E9DF6FC5B}"/>
              </a:ext>
            </a:extLst>
          </p:cNvPr>
          <p:cNvCxnSpPr/>
          <p:nvPr/>
        </p:nvCxnSpPr>
        <p:spPr>
          <a:xfrm flipV="1">
            <a:off x="9863704" y="4080927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3E63B0-3D79-B9BE-87DC-D189CC3D5661}"/>
              </a:ext>
            </a:extLst>
          </p:cNvPr>
          <p:cNvSpPr txBox="1"/>
          <p:nvPr/>
        </p:nvSpPr>
        <p:spPr>
          <a:xfrm>
            <a:off x="7269560" y="4690396"/>
            <a:ext cx="1043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જો વાક્ય</a:t>
            </a:r>
            <a:endParaRPr lang="en-IN" sz="20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શરત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3C62D-AFB4-C6B4-1FEE-A4E9EE70DA83}"/>
              </a:ext>
            </a:extLst>
          </p:cNvPr>
          <p:cNvSpPr txBox="1"/>
          <p:nvPr/>
        </p:nvSpPr>
        <p:spPr>
          <a:xfrm>
            <a:off x="9375625" y="4721007"/>
            <a:ext cx="1309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મુખ્ય વાક્ય</a:t>
            </a:r>
            <a:endParaRPr lang="en-IN" sz="20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પરિણામ</a:t>
            </a:r>
            <a:r>
              <a:rPr lang="en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71CCD3-A348-35C9-5DC0-91C6F84D28B6}"/>
              </a:ext>
            </a:extLst>
          </p:cNvPr>
          <p:cNvCxnSpPr>
            <a:cxnSpLocks/>
          </p:cNvCxnSpPr>
          <p:nvPr/>
        </p:nvCxnSpPr>
        <p:spPr>
          <a:xfrm>
            <a:off x="7115737" y="3978728"/>
            <a:ext cx="158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8C06D-B524-391B-F1FB-2881E447F2C2}"/>
              </a:ext>
            </a:extLst>
          </p:cNvPr>
          <p:cNvCxnSpPr>
            <a:cxnSpLocks/>
          </p:cNvCxnSpPr>
          <p:nvPr/>
        </p:nvCxnSpPr>
        <p:spPr>
          <a:xfrm>
            <a:off x="8893454" y="3978728"/>
            <a:ext cx="208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B13F15-7630-4FE1-B5E8-1C0047BB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Conditional Sentences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3E55397-73D1-2008-6DB4-6F84BF49D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240106"/>
              </p:ext>
            </p:extLst>
          </p:nvPr>
        </p:nvGraphicFramePr>
        <p:xfrm>
          <a:off x="656870" y="1616661"/>
          <a:ext cx="10878260" cy="2790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492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D3CEFD-B8EF-4A5A-BD49-1BEAB62C80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2AD3CEFD-B8EF-4A5A-BD49-1BEAB62C80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8DBD60-C1A1-45FB-82B2-0D777E5808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ED8DBD60-C1A1-45FB-82B2-0D777E5808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CBDC4E-5ABE-4F50-A739-3AA6A8F90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D1CBDC4E-5ABE-4F50-A739-3AA6A8F908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DCD066-5B54-45DD-B3F9-CBDDAD764F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1ADCD066-5B54-45DD-B3F9-CBDDAD764F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30A37E-5284-4FDD-8810-17C503E26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0730A37E-5284-4FDD-8810-17C503E26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5767979-4964-42E9-8F1E-61DAF1AA87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85767979-4964-42E9-8F1E-61DAF1AA87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EA17D0-DC5E-482A-83DC-66F89B41C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F2EA17D0-DC5E-482A-83DC-66F89B41C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FAB18F-E95B-42AF-BDF8-00F54BB9D3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5BFAB18F-E95B-42AF-BDF8-00F54BB9D3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012971-93B6-43A5-8222-181082B932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8A012971-93B6-43A5-8222-181082B932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127B47-0FF8-4DC7-B0E4-D72A1AD6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105"/>
            <a:ext cx="11881526" cy="5590565"/>
          </a:xfrm>
        </p:spPr>
        <p:txBody>
          <a:bodyPr/>
          <a:lstStyle/>
          <a:p>
            <a:r>
              <a:rPr lang="en-US" b="1" dirty="0"/>
              <a:t>Zero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express </a:t>
            </a:r>
            <a:r>
              <a:rPr lang="en-US" b="1" dirty="0"/>
              <a:t>general truths, facts, laws of nature, </a:t>
            </a:r>
            <a:r>
              <a:rPr lang="en-US" dirty="0"/>
              <a:t>or </a:t>
            </a:r>
            <a:r>
              <a:rPr lang="en-US" b="1" dirty="0"/>
              <a:t>regular habits, things</a:t>
            </a:r>
            <a:r>
              <a:rPr lang="en-US" dirty="0"/>
              <a:t> that are </a:t>
            </a:r>
            <a:r>
              <a:rPr lang="en-US" b="1" dirty="0"/>
              <a:t>always true when the condition is met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If it </a:t>
            </a:r>
            <a:r>
              <a:rPr lang="en-US" b="1" dirty="0"/>
              <a:t>rains</a:t>
            </a:r>
            <a:r>
              <a:rPr lang="en-US" dirty="0"/>
              <a:t>, the ground </a:t>
            </a:r>
            <a:r>
              <a:rPr lang="en-US" b="1" dirty="0"/>
              <a:t>gets</a:t>
            </a:r>
            <a:r>
              <a:rPr lang="en-US" dirty="0"/>
              <a:t> wet.</a:t>
            </a:r>
          </a:p>
          <a:p>
            <a:endParaRPr lang="en-US" sz="100" dirty="0"/>
          </a:p>
          <a:p>
            <a:r>
              <a:rPr lang="en-US" b="1" dirty="0"/>
              <a:t>Structure: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  <a:p>
            <a:r>
              <a:rPr lang="en-IN" b="1" dirty="0"/>
              <a:t>Usage:</a:t>
            </a:r>
          </a:p>
          <a:p>
            <a:pPr lvl="1"/>
            <a:r>
              <a:rPr lang="en-US" sz="2200" dirty="0"/>
              <a:t>Used for universal truths, scientific facts, habits, or rules.</a:t>
            </a:r>
          </a:p>
          <a:p>
            <a:pPr lvl="1"/>
            <a:r>
              <a:rPr lang="en-US" sz="2200" dirty="0"/>
              <a:t>The result is always the </a:t>
            </a:r>
            <a:r>
              <a:rPr lang="en-US" sz="2200" b="1" dirty="0"/>
              <a:t>same</a:t>
            </a:r>
            <a:r>
              <a:rPr lang="en-US" sz="2200" dirty="0"/>
              <a:t> whenever the condition happens.</a:t>
            </a:r>
          </a:p>
          <a:p>
            <a:pPr lvl="1"/>
            <a:r>
              <a:rPr lang="en-US" sz="2200" dirty="0"/>
              <a:t>The sentence uses present tense, and it talks about things that are </a:t>
            </a:r>
          </a:p>
          <a:p>
            <a:pPr marL="808038" lvl="1" indent="-350838">
              <a:buNone/>
            </a:pPr>
            <a:r>
              <a:rPr lang="en-US" sz="2200" b="1" dirty="0"/>
              <a:t>	always true</a:t>
            </a:r>
            <a:r>
              <a:rPr lang="en-US" sz="2200" dirty="0"/>
              <a:t>.</a:t>
            </a:r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8D2F9-6B35-4B16-89E8-E66DD27C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Zero Conditional</a:t>
            </a:r>
            <a:endParaRPr lang="en-IN" dirty="0"/>
          </a:p>
        </p:txBody>
      </p:sp>
      <p:pic>
        <p:nvPicPr>
          <p:cNvPr id="5" name="Picture 4" descr="A cartoon of a symbol&#10;&#10;AI-generated content may be incorrect.">
            <a:extLst>
              <a:ext uri="{FF2B5EF4-FFF2-40B4-BE49-F238E27FC236}">
                <a16:creationId xmlns:a16="http://schemas.microsoft.com/office/drawing/2014/main" id="{3EE4B1B4-DA39-CC67-7732-6F1671BED9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786" y="1892597"/>
            <a:ext cx="4048920" cy="29026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B3E588-C9F1-82BC-F4BF-9C2F0A3199E3}"/>
              </a:ext>
            </a:extLst>
          </p:cNvPr>
          <p:cNvSpPr/>
          <p:nvPr/>
        </p:nvSpPr>
        <p:spPr>
          <a:xfrm>
            <a:off x="510243" y="2734578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D0907A-D68C-3CC4-95A7-C9BE3A17B735}"/>
              </a:ext>
            </a:extLst>
          </p:cNvPr>
          <p:cNvSpPr/>
          <p:nvPr/>
        </p:nvSpPr>
        <p:spPr>
          <a:xfrm>
            <a:off x="2084646" y="2733884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Present Tense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FBA69-E2C5-17CC-DC43-37CE803117FB}"/>
              </a:ext>
            </a:extLst>
          </p:cNvPr>
          <p:cNvSpPr txBox="1"/>
          <p:nvPr/>
        </p:nvSpPr>
        <p:spPr>
          <a:xfrm>
            <a:off x="1481163" y="2660308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842B1-43B1-F200-6237-73F787D889C9}"/>
              </a:ext>
            </a:extLst>
          </p:cNvPr>
          <p:cNvSpPr txBox="1"/>
          <p:nvPr/>
        </p:nvSpPr>
        <p:spPr>
          <a:xfrm>
            <a:off x="4021661" y="2681573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C6505-0C13-8ED6-F9DD-71F17593C8E4}"/>
              </a:ext>
            </a:extLst>
          </p:cNvPr>
          <p:cNvSpPr/>
          <p:nvPr/>
        </p:nvSpPr>
        <p:spPr>
          <a:xfrm>
            <a:off x="4636569" y="2735904"/>
            <a:ext cx="2160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Simple Present Tense</a:t>
            </a:r>
          </a:p>
        </p:txBody>
      </p:sp>
    </p:spTree>
    <p:extLst>
      <p:ext uri="{BB962C8B-B14F-4D97-AF65-F5344CB8AC3E}">
        <p14:creationId xmlns:p14="http://schemas.microsoft.com/office/powerpoint/2010/main" val="142910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63882-9046-416F-84C6-C45C22EA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Examples:</a:t>
            </a:r>
          </a:p>
          <a:p>
            <a:pPr lvl="1"/>
            <a:r>
              <a:rPr lang="en-US" sz="2200" dirty="0"/>
              <a:t>If you mix red and blue, you get purple.</a:t>
            </a:r>
          </a:p>
          <a:p>
            <a:pPr lvl="1"/>
            <a:r>
              <a:rPr lang="en-US" sz="2200" dirty="0"/>
              <a:t>If children eat too much sugar, they get cavities.</a:t>
            </a:r>
          </a:p>
          <a:p>
            <a:pPr lvl="1"/>
            <a:r>
              <a:rPr lang="en-US" sz="2200" dirty="0"/>
              <a:t>If you press this button, the machine starts.</a:t>
            </a:r>
          </a:p>
          <a:p>
            <a:pPr lvl="1"/>
            <a:r>
              <a:rPr lang="en-US" sz="2200" dirty="0"/>
              <a:t>If you heat water to 100°C, </a:t>
            </a:r>
          </a:p>
          <a:p>
            <a:pPr lvl="1"/>
            <a:r>
              <a:rPr lang="en-US" sz="2200" dirty="0"/>
              <a:t>If I don’t water the plants, </a:t>
            </a:r>
          </a:p>
          <a:p>
            <a:pPr lvl="1"/>
            <a:r>
              <a:rPr lang="en-US" sz="2200" dirty="0"/>
              <a:t>If people eat too much junk food, </a:t>
            </a:r>
          </a:p>
          <a:p>
            <a:pPr>
              <a:buFont typeface="Wingdings 3" panose="05040102010807070707" pitchFamily="18" charset="2"/>
              <a:buChar char="}"/>
            </a:pPr>
            <a:endParaRPr lang="en-US" dirty="0"/>
          </a:p>
          <a:p>
            <a:pPr>
              <a:buFont typeface="Wingdings 3" panose="05040102010807070707" pitchFamily="18" charset="2"/>
              <a:buChar char="}"/>
            </a:pPr>
            <a:r>
              <a:rPr lang="en-US" b="1" dirty="0"/>
              <a:t>Note:</a:t>
            </a:r>
          </a:p>
          <a:p>
            <a:pPr lvl="1"/>
            <a:r>
              <a:rPr lang="en-US" sz="2200" b="1" dirty="0"/>
              <a:t>"If" </a:t>
            </a:r>
            <a:r>
              <a:rPr lang="en-US" sz="2200" dirty="0"/>
              <a:t>can often be replaced by </a:t>
            </a:r>
            <a:r>
              <a:rPr lang="en-US" sz="2200" b="1" dirty="0"/>
              <a:t>"when" </a:t>
            </a:r>
            <a:r>
              <a:rPr lang="en-US" sz="2200" dirty="0"/>
              <a:t>in zero conditionals without changing the meaning. </a:t>
            </a:r>
          </a:p>
          <a:p>
            <a:pPr lvl="2"/>
            <a:r>
              <a:rPr lang="en-US" sz="1800" dirty="0"/>
              <a:t>If you heat ice, it melts.</a:t>
            </a:r>
          </a:p>
          <a:p>
            <a:pPr lvl="2"/>
            <a:r>
              <a:rPr lang="en-US" sz="2000" dirty="0"/>
              <a:t> When you heat ice, it melts.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F0627-DC6D-49C0-8ED3-B732D9B1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Zero Conditional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7360E-180E-4C73-A45A-F8928AA6B1E3}"/>
              </a:ext>
            </a:extLst>
          </p:cNvPr>
          <p:cNvSpPr txBox="1"/>
          <p:nvPr/>
        </p:nvSpPr>
        <p:spPr>
          <a:xfrm>
            <a:off x="3933860" y="2311365"/>
            <a:ext cx="115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it boils.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9C0D5-B5E3-4B5A-A3DF-6F014BB1150F}"/>
              </a:ext>
            </a:extLst>
          </p:cNvPr>
          <p:cNvSpPr txBox="1"/>
          <p:nvPr/>
        </p:nvSpPr>
        <p:spPr>
          <a:xfrm>
            <a:off x="3816901" y="2685561"/>
            <a:ext cx="1689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they die.</a:t>
            </a:r>
            <a:endParaRPr lang="en-IN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F0061-94E9-476E-A8A1-8A7B043A552C}"/>
              </a:ext>
            </a:extLst>
          </p:cNvPr>
          <p:cNvSpPr txBox="1"/>
          <p:nvPr/>
        </p:nvSpPr>
        <p:spPr>
          <a:xfrm>
            <a:off x="4186833" y="3059757"/>
            <a:ext cx="21242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/>
              <a:t>they get sick.</a:t>
            </a:r>
          </a:p>
        </p:txBody>
      </p:sp>
    </p:spTree>
    <p:extLst>
      <p:ext uri="{BB962C8B-B14F-4D97-AF65-F5344CB8AC3E}">
        <p14:creationId xmlns:p14="http://schemas.microsoft.com/office/powerpoint/2010/main" val="376078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5534BB-37D9-4C3E-AD3E-6A0B9B0C7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US" b="1" dirty="0"/>
              <a:t>First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talk about a probable or </a:t>
            </a:r>
            <a:r>
              <a:rPr lang="en-US" b="1" dirty="0"/>
              <a:t>possible future event </a:t>
            </a:r>
            <a:r>
              <a:rPr lang="en-US" dirty="0"/>
              <a:t>and its </a:t>
            </a:r>
            <a:r>
              <a:rPr lang="en-US" b="1" dirty="0"/>
              <a:t>likely result. </a:t>
            </a:r>
          </a:p>
          <a:p>
            <a:r>
              <a:rPr lang="en-US" b="1" dirty="0"/>
              <a:t>If </a:t>
            </a:r>
            <a:r>
              <a:rPr lang="en-US" dirty="0"/>
              <a:t>you take the first step, you</a:t>
            </a:r>
            <a:r>
              <a:rPr lang="en-US" b="1" dirty="0"/>
              <a:t> </a:t>
            </a:r>
            <a:r>
              <a:rPr lang="en-US" dirty="0"/>
              <a:t>will unlock success.</a:t>
            </a:r>
          </a:p>
          <a:p>
            <a:pPr lvl="1"/>
            <a:endParaRPr lang="en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dirty="0"/>
              <a:t> </a:t>
            </a:r>
            <a:r>
              <a:rPr lang="en-US" b="1" dirty="0"/>
              <a:t>Structure: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Usage:</a:t>
            </a:r>
          </a:p>
          <a:p>
            <a:pPr lvl="1"/>
            <a:r>
              <a:rPr lang="en-US" sz="2200" dirty="0"/>
              <a:t>Talks about </a:t>
            </a:r>
            <a:r>
              <a:rPr lang="en-US" sz="2200" b="1" dirty="0"/>
              <a:t>real and possible </a:t>
            </a:r>
            <a:r>
              <a:rPr lang="en-US" sz="2200" dirty="0"/>
              <a:t>situations in the future.</a:t>
            </a:r>
          </a:p>
          <a:p>
            <a:pPr lvl="1"/>
            <a:r>
              <a:rPr lang="en-US" sz="2200" dirty="0"/>
              <a:t>Condition is realistic; the result is expected if the condition is fulfilled.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3BA061-C687-4612-A00F-8133BCA3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First Conditional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9B935-0D2A-4285-9250-1CED00DA0358}"/>
              </a:ext>
            </a:extLst>
          </p:cNvPr>
          <p:cNvSpPr/>
          <p:nvPr/>
        </p:nvSpPr>
        <p:spPr>
          <a:xfrm>
            <a:off x="510243" y="3011252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585C4-CE8B-52C2-C39A-4B6B81C9443D}"/>
              </a:ext>
            </a:extLst>
          </p:cNvPr>
          <p:cNvSpPr/>
          <p:nvPr/>
        </p:nvSpPr>
        <p:spPr>
          <a:xfrm>
            <a:off x="2084646" y="3011252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Present Tense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F0EA2-4B4F-BC02-D7E6-3AABCBD0BCAF}"/>
              </a:ext>
            </a:extLst>
          </p:cNvPr>
          <p:cNvSpPr txBox="1"/>
          <p:nvPr/>
        </p:nvSpPr>
        <p:spPr>
          <a:xfrm>
            <a:off x="1481163" y="2937676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579C0-088E-57EC-49AE-76BC44F653B2}"/>
              </a:ext>
            </a:extLst>
          </p:cNvPr>
          <p:cNvSpPr txBox="1"/>
          <p:nvPr/>
        </p:nvSpPr>
        <p:spPr>
          <a:xfrm>
            <a:off x="4021661" y="2958941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937BA-0840-AE47-BE9E-169B6C561B03}"/>
              </a:ext>
            </a:extLst>
          </p:cNvPr>
          <p:cNvSpPr/>
          <p:nvPr/>
        </p:nvSpPr>
        <p:spPr>
          <a:xfrm>
            <a:off x="4636569" y="3013272"/>
            <a:ext cx="2160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Simple Future Tense</a:t>
            </a:r>
          </a:p>
        </p:txBody>
      </p:sp>
      <p:pic>
        <p:nvPicPr>
          <p:cNvPr id="14" name="Picture 13" descr="A drawing of a landscape&#10;&#10;AI-generated content may be incorrect.">
            <a:extLst>
              <a:ext uri="{FF2B5EF4-FFF2-40B4-BE49-F238E27FC236}">
                <a16:creationId xmlns:a16="http://schemas.microsoft.com/office/drawing/2014/main" id="{870D67B3-430A-6B0D-C270-4D299DD60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548" y="2138776"/>
            <a:ext cx="3902902" cy="26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8E6C4F-2836-490E-852E-8D4F8FB26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87" y="863445"/>
            <a:ext cx="11922518" cy="559056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it rains tomorrow, we will cancel the picnic.</a:t>
            </a:r>
          </a:p>
          <a:p>
            <a:pPr lvl="1"/>
            <a:r>
              <a:rPr lang="en-US" sz="2200" dirty="0"/>
              <a:t>If you study hard, you will pass the exam.</a:t>
            </a:r>
          </a:p>
          <a:p>
            <a:pPr lvl="1"/>
            <a:r>
              <a:rPr lang="en-US" sz="2200" dirty="0"/>
              <a:t>If you call her now, she        forgive you.</a:t>
            </a:r>
          </a:p>
          <a:p>
            <a:pPr lvl="1"/>
            <a:r>
              <a:rPr lang="en-US" sz="2200" dirty="0"/>
              <a:t>If I see her, I        tell her the news.</a:t>
            </a:r>
          </a:p>
          <a:p>
            <a:pPr lvl="1"/>
            <a:r>
              <a:rPr lang="en-US" sz="2200" dirty="0"/>
              <a:t>If she calls me, I        help her.</a:t>
            </a:r>
          </a:p>
          <a:p>
            <a:pPr lvl="1"/>
            <a:r>
              <a:rPr lang="en-US" sz="2200" dirty="0"/>
              <a:t>If you don’t eat breakfast, you        be hungry later.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Note:</a:t>
            </a:r>
          </a:p>
          <a:p>
            <a:pPr lvl="1"/>
            <a:r>
              <a:rPr lang="en-US" sz="2200" b="1" dirty="0"/>
              <a:t>Modal verbs</a:t>
            </a:r>
            <a:r>
              <a:rPr lang="en-US" sz="2200" dirty="0"/>
              <a:t> can replace </a:t>
            </a:r>
            <a:r>
              <a:rPr lang="en-US" sz="2200" b="1" dirty="0"/>
              <a:t>will</a:t>
            </a:r>
            <a:r>
              <a:rPr lang="en-US" sz="2200" dirty="0"/>
              <a:t>: </a:t>
            </a:r>
          </a:p>
          <a:p>
            <a:pPr lvl="2"/>
            <a:r>
              <a:rPr lang="en-US" sz="2200" dirty="0"/>
              <a:t>If you study, you </a:t>
            </a:r>
            <a:r>
              <a:rPr lang="en-US" sz="2200" b="1" dirty="0"/>
              <a:t>will</a:t>
            </a:r>
            <a:r>
              <a:rPr lang="en-US" sz="2200" dirty="0"/>
              <a:t> pass. </a:t>
            </a:r>
            <a:r>
              <a:rPr lang="en-US" sz="2400" dirty="0"/>
              <a:t>→</a:t>
            </a:r>
            <a:r>
              <a:rPr lang="en-US" sz="2200" dirty="0"/>
              <a:t> If you study, you </a:t>
            </a:r>
            <a:r>
              <a:rPr lang="en-US" sz="2200" b="1" dirty="0"/>
              <a:t>may</a:t>
            </a:r>
            <a:r>
              <a:rPr lang="en-US" sz="2200" dirty="0"/>
              <a:t> pass.</a:t>
            </a:r>
          </a:p>
          <a:p>
            <a:pPr lvl="2"/>
            <a:r>
              <a:rPr lang="en-US" sz="2200" dirty="0"/>
              <a:t>If you are free, you </a:t>
            </a:r>
            <a:r>
              <a:rPr lang="en-US" sz="2200" b="1" dirty="0"/>
              <a:t>can</a:t>
            </a:r>
            <a:r>
              <a:rPr lang="en-US" sz="2200" dirty="0"/>
              <a:t> join us.</a:t>
            </a:r>
          </a:p>
          <a:p>
            <a:pPr lvl="2"/>
            <a:r>
              <a:rPr lang="en-US" sz="2200" dirty="0"/>
              <a:t>If you finish on time, you </a:t>
            </a:r>
            <a:r>
              <a:rPr lang="en-US" sz="2200" b="1" dirty="0"/>
              <a:t>may</a:t>
            </a:r>
            <a:r>
              <a:rPr lang="en-US" sz="2200" dirty="0"/>
              <a:t> leave early.</a:t>
            </a:r>
          </a:p>
          <a:p>
            <a:pPr lvl="1"/>
            <a:r>
              <a:rPr lang="en-US" sz="2200" dirty="0"/>
              <a:t>Imperative is also possible:</a:t>
            </a:r>
          </a:p>
          <a:p>
            <a:pPr lvl="2"/>
            <a:r>
              <a:rPr lang="en-US" sz="2200" dirty="0"/>
              <a:t>If you see her, tell her to call me.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C23806-D300-4725-B7B6-792D6172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First Conditional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9C98F-3CBD-4A76-A00A-E0D4F4063BEC}"/>
              </a:ext>
            </a:extLst>
          </p:cNvPr>
          <p:cNvSpPr/>
          <p:nvPr/>
        </p:nvSpPr>
        <p:spPr>
          <a:xfrm>
            <a:off x="3515970" y="1996082"/>
            <a:ext cx="609600" cy="3331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will</a:t>
            </a:r>
            <a:endParaRPr lang="en-IN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E2D861-CBB0-4D6C-86D1-81E5513F1197}"/>
              </a:ext>
            </a:extLst>
          </p:cNvPr>
          <p:cNvSpPr/>
          <p:nvPr/>
        </p:nvSpPr>
        <p:spPr>
          <a:xfrm>
            <a:off x="2775283" y="2769384"/>
            <a:ext cx="612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C65805-6385-4096-ADE0-2C6399F05C32}"/>
              </a:ext>
            </a:extLst>
          </p:cNvPr>
          <p:cNvSpPr/>
          <p:nvPr/>
        </p:nvSpPr>
        <p:spPr>
          <a:xfrm>
            <a:off x="4290275" y="3134667"/>
            <a:ext cx="5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B9B888-E440-4C7F-BE91-B6C0AB85A1D9}"/>
              </a:ext>
            </a:extLst>
          </p:cNvPr>
          <p:cNvSpPr/>
          <p:nvPr/>
        </p:nvSpPr>
        <p:spPr>
          <a:xfrm>
            <a:off x="2374413" y="2403559"/>
            <a:ext cx="5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38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EA16F5F-AE02-273B-3DB0-042B03F6B8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774" y="1776319"/>
            <a:ext cx="3764813" cy="376481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2B0EE1-91C7-47CE-AC87-0D68445F0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US" b="1" dirty="0"/>
              <a:t>Second Conditional</a:t>
            </a:r>
            <a:r>
              <a:rPr lang="en-US" dirty="0"/>
              <a:t> </a:t>
            </a:r>
            <a:r>
              <a:rPr lang="en-IN" b="1" dirty="0"/>
              <a:t>Sentences</a:t>
            </a:r>
            <a:r>
              <a:rPr lang="en-IN" dirty="0"/>
              <a:t> </a:t>
            </a:r>
            <a:r>
              <a:rPr lang="en-US" dirty="0"/>
              <a:t>are used </a:t>
            </a:r>
            <a:r>
              <a:rPr lang="en-US" b="1" dirty="0"/>
              <a:t>for imaginative or unlikely situations in the present </a:t>
            </a:r>
            <a:r>
              <a:rPr lang="en-US" dirty="0"/>
              <a:t>or </a:t>
            </a:r>
            <a:r>
              <a:rPr lang="en-US" b="1" dirty="0"/>
              <a:t>future. </a:t>
            </a:r>
            <a:r>
              <a:rPr lang="en-US" dirty="0"/>
              <a:t>The condition is </a:t>
            </a:r>
            <a:r>
              <a:rPr lang="en-US" b="1" dirty="0"/>
              <a:t>not true </a:t>
            </a:r>
            <a:r>
              <a:rPr lang="en-US" dirty="0"/>
              <a:t>or is very </a:t>
            </a:r>
            <a:r>
              <a:rPr lang="en-US" b="1" dirty="0"/>
              <a:t>unlikely</a:t>
            </a:r>
            <a:r>
              <a:rPr lang="en-US" dirty="0"/>
              <a:t> to </a:t>
            </a:r>
            <a:r>
              <a:rPr lang="en-US" b="1" dirty="0"/>
              <a:t>happen</a:t>
            </a:r>
            <a:r>
              <a:rPr lang="en-US" dirty="0"/>
              <a:t>. </a:t>
            </a:r>
          </a:p>
          <a:p>
            <a:r>
              <a:rPr lang="en-US" b="1" dirty="0"/>
              <a:t>If </a:t>
            </a:r>
            <a:r>
              <a:rPr lang="en-US" dirty="0"/>
              <a:t>I had the key, I </a:t>
            </a:r>
            <a:r>
              <a:rPr lang="en-US" b="1" dirty="0"/>
              <a:t>would be </a:t>
            </a:r>
            <a:r>
              <a:rPr lang="en-US" dirty="0"/>
              <a:t>in that house.</a:t>
            </a:r>
          </a:p>
          <a:p>
            <a:r>
              <a:rPr lang="en-IN" b="1" dirty="0"/>
              <a:t>Structure: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Usage:</a:t>
            </a:r>
          </a:p>
          <a:p>
            <a:pPr lvl="1"/>
            <a:r>
              <a:rPr lang="en-US" dirty="0"/>
              <a:t>To talk about </a:t>
            </a:r>
            <a:r>
              <a:rPr lang="en-US" b="1" dirty="0"/>
              <a:t>imaginary, unlikely, or impossible situations</a:t>
            </a:r>
            <a:r>
              <a:rPr lang="en-US" dirty="0"/>
              <a:t> in the present or future.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75CEDE-59C0-46FD-B855-AF9BDCE2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Conditional Sentences – Second Conditional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106C45-9331-0EEB-0779-A6C864ECDED2}"/>
              </a:ext>
            </a:extLst>
          </p:cNvPr>
          <p:cNvSpPr/>
          <p:nvPr/>
        </p:nvSpPr>
        <p:spPr>
          <a:xfrm>
            <a:off x="520876" y="2588688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962AA7-631F-F9D6-A0AF-A29395EFDD99}"/>
              </a:ext>
            </a:extLst>
          </p:cNvPr>
          <p:cNvSpPr/>
          <p:nvPr/>
        </p:nvSpPr>
        <p:spPr>
          <a:xfrm>
            <a:off x="2095279" y="2587994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Past Tense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31A91-AD06-9D7C-F863-5964DDCC2152}"/>
              </a:ext>
            </a:extLst>
          </p:cNvPr>
          <p:cNvSpPr txBox="1"/>
          <p:nvPr/>
        </p:nvSpPr>
        <p:spPr>
          <a:xfrm>
            <a:off x="1491796" y="2514418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F8CCC-67E7-1591-982C-4D4918CB4F44}"/>
              </a:ext>
            </a:extLst>
          </p:cNvPr>
          <p:cNvSpPr txBox="1"/>
          <p:nvPr/>
        </p:nvSpPr>
        <p:spPr>
          <a:xfrm>
            <a:off x="4032294" y="2535683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92DF96-95FD-676D-9A0E-DD996F07491E}"/>
              </a:ext>
            </a:extLst>
          </p:cNvPr>
          <p:cNvSpPr/>
          <p:nvPr/>
        </p:nvSpPr>
        <p:spPr>
          <a:xfrm>
            <a:off x="4647202" y="2590014"/>
            <a:ext cx="1332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Would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757DE-AC6A-259D-BE63-DC28ED58D88F}"/>
              </a:ext>
            </a:extLst>
          </p:cNvPr>
          <p:cNvSpPr/>
          <p:nvPr/>
        </p:nvSpPr>
        <p:spPr>
          <a:xfrm>
            <a:off x="6362488" y="2580902"/>
            <a:ext cx="1728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Main Verb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E1797-4EEE-90EF-90AD-8199693B27EB}"/>
              </a:ext>
            </a:extLst>
          </p:cNvPr>
          <p:cNvSpPr txBox="1"/>
          <p:nvPr/>
        </p:nvSpPr>
        <p:spPr>
          <a:xfrm>
            <a:off x="5759005" y="2507326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07578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6DC949-93D8-455F-9530-B127881CE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 were rich, I would travel the world.</a:t>
            </a:r>
          </a:p>
          <a:p>
            <a:pPr lvl="1"/>
            <a:r>
              <a:rPr lang="en-US" sz="2200" dirty="0"/>
              <a:t>If he studied more, he would get better grades.</a:t>
            </a:r>
          </a:p>
          <a:p>
            <a:pPr lvl="1"/>
            <a:r>
              <a:rPr lang="en-US" sz="2200" dirty="0"/>
              <a:t>If she had a car, she would drive to work.</a:t>
            </a:r>
          </a:p>
          <a:p>
            <a:pPr lvl="1"/>
            <a:r>
              <a:rPr lang="en-US" sz="2200" dirty="0"/>
              <a:t>If he had wings, he            fly.</a:t>
            </a:r>
          </a:p>
          <a:p>
            <a:pPr lvl="1"/>
            <a:r>
              <a:rPr lang="en-US" sz="2200" dirty="0"/>
              <a:t>If they invited me, I            attend.</a:t>
            </a:r>
          </a:p>
          <a:p>
            <a:pPr lvl="1"/>
            <a:r>
              <a:rPr lang="en-US" sz="2200" dirty="0"/>
              <a:t>If I knew his address, I             visit him.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Note:</a:t>
            </a:r>
          </a:p>
          <a:p>
            <a:pPr lvl="1"/>
            <a:r>
              <a:rPr lang="en-US" sz="2200" dirty="0"/>
              <a:t>We often use </a:t>
            </a:r>
            <a:r>
              <a:rPr lang="en-US" sz="2200" b="1" dirty="0"/>
              <a:t>were</a:t>
            </a:r>
            <a:r>
              <a:rPr lang="en-US" sz="2200" dirty="0"/>
              <a:t> instead of </a:t>
            </a:r>
            <a:r>
              <a:rPr lang="en-US" sz="2200" b="1" dirty="0"/>
              <a:t>was</a:t>
            </a:r>
            <a:r>
              <a:rPr lang="en-US" sz="2200" dirty="0"/>
              <a:t> in formal English:</a:t>
            </a:r>
          </a:p>
          <a:p>
            <a:pPr lvl="2"/>
            <a:r>
              <a:rPr lang="en-US" sz="2200" dirty="0"/>
              <a:t>If I were you, I would talk to her.</a:t>
            </a:r>
            <a:endParaRPr lang="en-IN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D667D-A4D4-40EC-94C7-78DDC9807A4F}"/>
              </a:ext>
            </a:extLst>
          </p:cNvPr>
          <p:cNvSpPr/>
          <p:nvPr/>
        </p:nvSpPr>
        <p:spPr>
          <a:xfrm>
            <a:off x="3035650" y="2402413"/>
            <a:ext cx="864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3E980B-56F0-447A-9844-A206278F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Second Conditional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78524-C335-444D-842C-71B1C4A569C6}"/>
              </a:ext>
            </a:extLst>
          </p:cNvPr>
          <p:cNvSpPr/>
          <p:nvPr/>
        </p:nvSpPr>
        <p:spPr>
          <a:xfrm>
            <a:off x="3054700" y="2762938"/>
            <a:ext cx="864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763A1-5DBA-4C7C-B393-B23326A028AE}"/>
              </a:ext>
            </a:extLst>
          </p:cNvPr>
          <p:cNvSpPr/>
          <p:nvPr/>
        </p:nvSpPr>
        <p:spPr>
          <a:xfrm>
            <a:off x="3441633" y="3132550"/>
            <a:ext cx="900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7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C4C61-9F9B-483A-9A38-5D8F177B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Third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talk about </a:t>
            </a:r>
            <a:r>
              <a:rPr lang="en-US" b="1" dirty="0"/>
              <a:t>a hypothetical past situation </a:t>
            </a:r>
            <a:r>
              <a:rPr lang="en-US" dirty="0"/>
              <a:t>and </a:t>
            </a:r>
            <a:r>
              <a:rPr lang="en-US" b="1" dirty="0"/>
              <a:t>its impossible result. 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condition was not met in the past</a:t>
            </a:r>
            <a:r>
              <a:rPr lang="en-US" dirty="0"/>
              <a:t>, so the </a:t>
            </a:r>
            <a:r>
              <a:rPr lang="en-US" b="1" dirty="0"/>
              <a:t>situation could not happen. 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US" b="1" dirty="0"/>
              <a:t>If </a:t>
            </a:r>
            <a:r>
              <a:rPr lang="en-US" dirty="0"/>
              <a:t>he had told me the truth, I would have helped him.</a:t>
            </a:r>
          </a:p>
          <a:p>
            <a:r>
              <a:rPr lang="en-US" b="1" dirty="0"/>
              <a:t>Structure: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Usage:</a:t>
            </a:r>
          </a:p>
          <a:p>
            <a:pPr lvl="1"/>
            <a:r>
              <a:rPr lang="en-US" sz="2200" dirty="0"/>
              <a:t>To </a:t>
            </a:r>
            <a:r>
              <a:rPr lang="en-US" sz="2200" b="1" dirty="0"/>
              <a:t>talk</a:t>
            </a:r>
            <a:r>
              <a:rPr lang="en-US" sz="2200" dirty="0"/>
              <a:t> about situations in the past that </a:t>
            </a:r>
            <a:r>
              <a:rPr lang="en-US" sz="2200" b="1" dirty="0"/>
              <a:t>did not happen </a:t>
            </a:r>
            <a:r>
              <a:rPr lang="en-US" sz="2200" dirty="0"/>
              <a:t>(regrets, criticisms, missed chances).</a:t>
            </a:r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8F9B4-A345-4A9E-A18A-42860922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Third Conditional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19A72B-1E7A-2054-9E9F-70C65CB24E83}"/>
              </a:ext>
            </a:extLst>
          </p:cNvPr>
          <p:cNvSpPr/>
          <p:nvPr/>
        </p:nvSpPr>
        <p:spPr>
          <a:xfrm>
            <a:off x="488978" y="3456188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8B3BB-CA52-1FFE-605B-6B70E8091ACC}"/>
              </a:ext>
            </a:extLst>
          </p:cNvPr>
          <p:cNvSpPr/>
          <p:nvPr/>
        </p:nvSpPr>
        <p:spPr>
          <a:xfrm>
            <a:off x="2063381" y="3455494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Past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13CEB7-B22A-1B0F-1BB5-8A8659551742}"/>
              </a:ext>
            </a:extLst>
          </p:cNvPr>
          <p:cNvSpPr txBox="1"/>
          <p:nvPr/>
        </p:nvSpPr>
        <p:spPr>
          <a:xfrm>
            <a:off x="1459898" y="3381918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7DAA4-B8D0-C5BA-A5E8-EA9D654EE8D7}"/>
              </a:ext>
            </a:extLst>
          </p:cNvPr>
          <p:cNvSpPr txBox="1"/>
          <p:nvPr/>
        </p:nvSpPr>
        <p:spPr>
          <a:xfrm>
            <a:off x="4000396" y="3403183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4FA64-9CB5-B50B-D1E2-24FACCACD5AE}"/>
              </a:ext>
            </a:extLst>
          </p:cNvPr>
          <p:cNvSpPr/>
          <p:nvPr/>
        </p:nvSpPr>
        <p:spPr>
          <a:xfrm>
            <a:off x="4615304" y="3457514"/>
            <a:ext cx="1332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Would Have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5AC4F2-822C-28F3-DE23-E413A0CF1952}"/>
              </a:ext>
            </a:extLst>
          </p:cNvPr>
          <p:cNvSpPr/>
          <p:nvPr/>
        </p:nvSpPr>
        <p:spPr>
          <a:xfrm>
            <a:off x="6330590" y="3448402"/>
            <a:ext cx="1728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Past Participle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FE820-E3C0-8F39-C93A-8F170A9F9CE4}"/>
              </a:ext>
            </a:extLst>
          </p:cNvPr>
          <p:cNvSpPr txBox="1"/>
          <p:nvPr/>
        </p:nvSpPr>
        <p:spPr>
          <a:xfrm>
            <a:off x="5727107" y="3374826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308394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B0D06E-993B-4311-8717-D7BDB039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907034" cy="5590565"/>
          </a:xfrm>
        </p:spPr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 had studied harder, I would have passed the exam.</a:t>
            </a:r>
          </a:p>
          <a:p>
            <a:pPr lvl="1"/>
            <a:r>
              <a:rPr lang="en-US" sz="2200" dirty="0"/>
              <a:t>If she had left earlier, she would have caught the train.</a:t>
            </a:r>
          </a:p>
          <a:p>
            <a:pPr lvl="1"/>
            <a:r>
              <a:rPr lang="en-US" sz="2200" dirty="0"/>
              <a:t>If they had invited me, I would have attended the party.</a:t>
            </a:r>
          </a:p>
          <a:p>
            <a:pPr lvl="1"/>
            <a:r>
              <a:rPr lang="en-US" sz="2200" dirty="0"/>
              <a:t>If he had listened, he                            made that mistake.</a:t>
            </a:r>
          </a:p>
          <a:p>
            <a:pPr lvl="1"/>
            <a:r>
              <a:rPr lang="en-US" sz="2200" dirty="0"/>
              <a:t>If we had prepared better, we                      won the match.</a:t>
            </a:r>
          </a:p>
          <a:p>
            <a:pPr lvl="1"/>
            <a:r>
              <a:rPr lang="en-US" sz="2200" dirty="0"/>
              <a:t>If the alarm had worked, we                      woken up on time.</a:t>
            </a:r>
          </a:p>
          <a:p>
            <a:pPr lvl="1"/>
            <a:endParaRPr lang="en-US" dirty="0"/>
          </a:p>
          <a:p>
            <a:r>
              <a:rPr lang="en-US" b="1" dirty="0"/>
              <a:t>Note: </a:t>
            </a:r>
          </a:p>
          <a:p>
            <a:pPr lvl="1"/>
            <a:r>
              <a:rPr lang="en-US" sz="2200" dirty="0"/>
              <a:t>Used when the event cannot be changed (past is fixed).</a:t>
            </a:r>
          </a:p>
          <a:p>
            <a:pPr lvl="1"/>
            <a:r>
              <a:rPr lang="en-US" sz="2200" dirty="0"/>
              <a:t>Often used in expressing blame/regret:</a:t>
            </a:r>
          </a:p>
          <a:p>
            <a:pPr lvl="2"/>
            <a:r>
              <a:rPr lang="en-US" sz="2200" dirty="0"/>
              <a:t>If you had told me earlier, I would have helped you.</a:t>
            </a:r>
            <a:endParaRPr lang="en-IN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19DDC1-092A-4158-A6F2-FE3F2C5C6B7E}"/>
              </a:ext>
            </a:extLst>
          </p:cNvPr>
          <p:cNvSpPr/>
          <p:nvPr/>
        </p:nvSpPr>
        <p:spPr>
          <a:xfrm>
            <a:off x="4012160" y="3132046"/>
            <a:ext cx="1476000" cy="25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6BCEA-0510-4BD4-B7AD-F1659563E072}"/>
              </a:ext>
            </a:extLst>
          </p:cNvPr>
          <p:cNvSpPr/>
          <p:nvPr/>
        </p:nvSpPr>
        <p:spPr>
          <a:xfrm>
            <a:off x="4176842" y="2773445"/>
            <a:ext cx="14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8F73A-94FE-487D-BEE6-1F3846AF525B}"/>
              </a:ext>
            </a:extLst>
          </p:cNvPr>
          <p:cNvSpPr/>
          <p:nvPr/>
        </p:nvSpPr>
        <p:spPr>
          <a:xfrm>
            <a:off x="3241040" y="2374900"/>
            <a:ext cx="1908000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not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2CD4FF-D6BD-47BD-A250-68545724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Third Conditional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6A368-C8B7-4762-AF95-9B3DE8505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1030941"/>
            <a:ext cx="4154354" cy="45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6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FD25D2-5456-4497-B28C-C4194B36F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between Conditionals: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B6DA26-62E8-44D9-9A1A-7EE874A4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Conditional Sentences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03ED1F-7A35-40C7-8C8E-27849F09EA5D}"/>
              </a:ext>
            </a:extLst>
          </p:cNvPr>
          <p:cNvGraphicFramePr>
            <a:graphicFrameLocks noGrp="1"/>
          </p:cNvGraphicFramePr>
          <p:nvPr/>
        </p:nvGraphicFramePr>
        <p:xfrm>
          <a:off x="696257" y="1338457"/>
          <a:ext cx="10613215" cy="4818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8149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2647137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8767823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1349058921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268917891"/>
                    </a:ext>
                  </a:extLst>
                </a:gridCol>
              </a:tblGrid>
              <a:tr h="48187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Type</a:t>
                      </a:r>
                      <a:endParaRPr lang="en-IN" sz="2000" dirty="0">
                        <a:solidFill>
                          <a:schemeClr val="tx1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If-Clause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Main Clause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4A6D3-7E80-409D-9DEA-D33F62656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04796"/>
              </p:ext>
            </p:extLst>
          </p:nvPr>
        </p:nvGraphicFramePr>
        <p:xfrm>
          <a:off x="696257" y="1820333"/>
          <a:ext cx="10613215" cy="1005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598149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2647137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8767823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66346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2100070076"/>
                    </a:ext>
                  </a:extLst>
                </a:gridCol>
              </a:tblGrid>
              <a:tr h="394546">
                <a:tc>
                  <a:txBody>
                    <a:bodyPr/>
                    <a:lstStyle/>
                    <a:p>
                      <a:r>
                        <a:rPr lang="en-IN" sz="2000" b="0" dirty="0"/>
                        <a:t>Zero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If + 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Facts, laws, general truths</a:t>
                      </a:r>
                    </a:p>
                    <a:p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If plants don’t get sunlight, they die.</a:t>
                      </a:r>
                      <a:endParaRPr lang="en-IN" sz="2000" b="0" dirty="0"/>
                    </a:p>
                    <a:p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3FF96F-6250-4EBE-B076-F199E18BD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79183"/>
              </p:ext>
            </p:extLst>
          </p:nvPr>
        </p:nvGraphicFramePr>
        <p:xfrm>
          <a:off x="696257" y="267546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3686068274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1773801513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80397324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445205705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3930646605"/>
                    </a:ext>
                  </a:extLst>
                </a:gridCol>
              </a:tblGrid>
              <a:tr h="694266">
                <a:tc>
                  <a:txBody>
                    <a:bodyPr/>
                    <a:lstStyle/>
                    <a:p>
                      <a:r>
                        <a:rPr lang="en-IN" sz="2000" dirty="0"/>
                        <a:t>First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Will + Verb (or may/can)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Real future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you practice daily, you will improve quickly.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8040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A9965E-BE60-44CB-9293-998CAF9153E9}"/>
              </a:ext>
            </a:extLst>
          </p:cNvPr>
          <p:cNvGraphicFramePr>
            <a:graphicFrameLocks noGrp="1"/>
          </p:cNvGraphicFramePr>
          <p:nvPr/>
        </p:nvGraphicFramePr>
        <p:xfrm>
          <a:off x="696257" y="368130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430181169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1879324669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3952023681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432652154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2710480006"/>
                    </a:ext>
                  </a:extLst>
                </a:gridCol>
              </a:tblGrid>
              <a:tr h="966893">
                <a:tc>
                  <a:txBody>
                    <a:bodyPr/>
                    <a:lstStyle/>
                    <a:p>
                      <a:r>
                        <a:rPr lang="en-IN" sz="2000" dirty="0"/>
                        <a:t>Second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Past Simple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Would + Verb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Unreal present/future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I were you, I would accept the offer.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9643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D6F82A-96E6-4E9A-B442-9B53B6B19B52}"/>
              </a:ext>
            </a:extLst>
          </p:cNvPr>
          <p:cNvGraphicFramePr>
            <a:graphicFrameLocks noGrp="1"/>
          </p:cNvGraphicFramePr>
          <p:nvPr/>
        </p:nvGraphicFramePr>
        <p:xfrm>
          <a:off x="696257" y="468714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2738742535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2165214304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620997483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279973307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2167070153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r>
                        <a:rPr lang="en-IN" sz="2000" dirty="0"/>
                        <a:t>Third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Past Perfect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Would have + Past Participle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Unreal past (regrets)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I had saved money, I would have bought a car.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81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27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79CD-541D-82B6-D154-13B520A1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B81E9F-2C12-1281-06D1-613C6C2E4197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/>
              <a:t>Read each sentence carefully and write whether it is First Conditional, Second Conditional, or Third Conditional.</a:t>
            </a:r>
          </a:p>
          <a:p>
            <a:pPr>
              <a:lnSpc>
                <a:spcPct val="100000"/>
              </a:lnSpc>
            </a:pPr>
            <a:endParaRPr lang="en-GB" sz="800" dirty="0"/>
          </a:p>
          <a:p>
            <a:pPr marL="808038" lvl="1" indent="-350838">
              <a:buFont typeface="+mj-lt"/>
              <a:buAutoNum type="arabicPeriod"/>
            </a:pPr>
            <a:r>
              <a:rPr lang="en-US" sz="2200" dirty="0"/>
              <a:t>If I had known about the sale, I would have bought the laptop.</a:t>
            </a:r>
          </a:p>
          <a:p>
            <a:pPr lvl="1"/>
            <a:r>
              <a:rPr lang="en-US" sz="2200" b="1" dirty="0"/>
              <a:t>Third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2"/>
            </a:pPr>
            <a:r>
              <a:rPr lang="en-US" sz="2200" dirty="0"/>
              <a:t>If she drinks too much coffee, she gets headaches.</a:t>
            </a:r>
          </a:p>
          <a:p>
            <a:pPr lvl="1"/>
            <a:r>
              <a:rPr lang="en-US" sz="2200" b="1" dirty="0"/>
              <a:t>Zero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3"/>
            </a:pPr>
            <a:r>
              <a:rPr lang="en-US" sz="2200" dirty="0"/>
              <a:t>I would visit Paris if I had enough money.</a:t>
            </a:r>
          </a:p>
          <a:p>
            <a:pPr lvl="1"/>
            <a:r>
              <a:rPr lang="en-US" sz="2200" b="1" dirty="0"/>
              <a:t>Second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4"/>
            </a:pPr>
            <a:r>
              <a:rPr lang="en-US" sz="2200" dirty="0"/>
              <a:t>If he practices regularly, he will improve his guitar skills.</a:t>
            </a:r>
          </a:p>
          <a:p>
            <a:pPr lvl="1"/>
            <a:r>
              <a:rPr lang="en-US" sz="2200" b="1" dirty="0"/>
              <a:t>First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5"/>
            </a:pPr>
            <a:r>
              <a:rPr lang="en-US" sz="2200" dirty="0"/>
              <a:t>If I were taller, I could play basketball professionally.</a:t>
            </a:r>
          </a:p>
          <a:p>
            <a:pPr lvl="1"/>
            <a:r>
              <a:rPr lang="en-US" sz="2200" b="1" dirty="0"/>
              <a:t>Second Conditional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74A08-186E-7A64-EAE8-746B0644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Conditional Sentences Practice </a:t>
            </a:r>
          </a:p>
        </p:txBody>
      </p:sp>
    </p:spTree>
    <p:extLst>
      <p:ext uri="{BB962C8B-B14F-4D97-AF65-F5344CB8AC3E}">
        <p14:creationId xmlns:p14="http://schemas.microsoft.com/office/powerpoint/2010/main" val="193590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A7F6-5746-CF64-9A4D-7E10E6CE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7B610A-EFE0-D67E-2427-9D7579AFAA33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Each sentence below contains an error in its conditional form. Carefully read each one and rewrite it correctly.</a:t>
            </a:r>
            <a:endParaRPr lang="en-GB" sz="2000" dirty="0"/>
          </a:p>
          <a:p>
            <a:pPr marL="808038" lvl="1" indent="-350838">
              <a:buFont typeface="+mj-lt"/>
              <a:buAutoNum type="arabicPeriod" startAt="6"/>
            </a:pPr>
            <a:r>
              <a:rPr lang="en-US" sz="2200" dirty="0"/>
              <a:t>She would have call you if she knew about the meeting.</a:t>
            </a:r>
          </a:p>
          <a:p>
            <a:pPr lvl="1"/>
            <a:r>
              <a:rPr lang="en-US" sz="2200" dirty="0"/>
              <a:t>She would have </a:t>
            </a:r>
            <a:r>
              <a:rPr lang="en-US" sz="2200" b="1" dirty="0"/>
              <a:t>called </a:t>
            </a:r>
            <a:r>
              <a:rPr lang="en-US" sz="2200" dirty="0"/>
              <a:t>you if she </a:t>
            </a:r>
            <a:r>
              <a:rPr lang="en-US" sz="2200" b="1" dirty="0"/>
              <a:t>had known </a:t>
            </a:r>
            <a:r>
              <a:rPr lang="en-US" sz="2200" dirty="0"/>
              <a:t>about the meeting. → </a:t>
            </a:r>
            <a:r>
              <a:rPr lang="en-US" sz="2200" b="1" dirty="0"/>
              <a:t>Third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7"/>
            </a:pPr>
            <a:r>
              <a:rPr lang="en-US" sz="2200" dirty="0"/>
              <a:t>If it rains yesterday, we will stay indoors.</a:t>
            </a:r>
          </a:p>
          <a:p>
            <a:pPr lvl="1"/>
            <a:r>
              <a:rPr lang="en-US" sz="2200" dirty="0"/>
              <a:t>If it </a:t>
            </a:r>
            <a:r>
              <a:rPr lang="en-US" sz="2200" b="1" dirty="0"/>
              <a:t>rained</a:t>
            </a:r>
            <a:r>
              <a:rPr lang="en-US" sz="2200" dirty="0"/>
              <a:t> yesterday, we </a:t>
            </a:r>
            <a:r>
              <a:rPr lang="en-US" sz="2200" b="1" dirty="0"/>
              <a:t>would have stayed </a:t>
            </a:r>
            <a:r>
              <a:rPr lang="en-US" sz="2200" dirty="0"/>
              <a:t>indoors. → </a:t>
            </a:r>
            <a:r>
              <a:rPr lang="en-US" sz="2200" b="1" dirty="0"/>
              <a:t>Third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8"/>
            </a:pPr>
            <a:r>
              <a:rPr lang="en-US" sz="2200" dirty="0"/>
              <a:t>He would help you if he will have time.</a:t>
            </a:r>
          </a:p>
          <a:p>
            <a:pPr lvl="1"/>
            <a:r>
              <a:rPr lang="en-US" sz="2200" dirty="0"/>
              <a:t>He would help you if </a:t>
            </a:r>
            <a:r>
              <a:rPr lang="en-US" sz="2200" b="1" dirty="0"/>
              <a:t>he had </a:t>
            </a:r>
            <a:r>
              <a:rPr lang="en-US" sz="2200" dirty="0"/>
              <a:t>time. → </a:t>
            </a:r>
            <a:r>
              <a:rPr lang="en-US" sz="2200" b="1" dirty="0"/>
              <a:t>Second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9"/>
            </a:pPr>
            <a:r>
              <a:rPr lang="en-US" sz="2200" dirty="0"/>
              <a:t>If I am taller, I could reach the shelf yesterday.</a:t>
            </a:r>
          </a:p>
          <a:p>
            <a:pPr lvl="1"/>
            <a:r>
              <a:rPr lang="en-US" sz="2200" dirty="0"/>
              <a:t>If I </a:t>
            </a:r>
            <a:r>
              <a:rPr lang="en-US" sz="2200" b="1" dirty="0"/>
              <a:t>were </a:t>
            </a:r>
            <a:r>
              <a:rPr lang="en-US" sz="2200" dirty="0"/>
              <a:t>taller, I could reach the shelf. → </a:t>
            </a:r>
            <a:r>
              <a:rPr lang="en-US" sz="2200" b="1" dirty="0"/>
              <a:t>Second Conditional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0"/>
            </a:pPr>
            <a:r>
              <a:rPr lang="en-US" sz="2200" dirty="0"/>
              <a:t>If the train will be on time, we would not miss it.</a:t>
            </a:r>
          </a:p>
          <a:p>
            <a:pPr marL="893763" lvl="1" indent="-436563"/>
            <a:r>
              <a:rPr lang="en-US" sz="2200" dirty="0"/>
              <a:t>If the train </a:t>
            </a:r>
            <a:r>
              <a:rPr lang="en-US" sz="2200" b="1" dirty="0"/>
              <a:t>is </a:t>
            </a:r>
            <a:r>
              <a:rPr lang="en-US" sz="2200" dirty="0"/>
              <a:t>on time, we </a:t>
            </a:r>
            <a:r>
              <a:rPr lang="en-US" sz="2200" b="1" dirty="0"/>
              <a:t>will</a:t>
            </a:r>
            <a:r>
              <a:rPr lang="en-US" sz="2200" dirty="0"/>
              <a:t> not miss it.→ </a:t>
            </a:r>
            <a:r>
              <a:rPr lang="en-US" sz="2200" b="1" dirty="0"/>
              <a:t>First Conditional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713F-1085-5A5F-EC3E-76C16989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Conditional Sentences Practice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EB2FA1-B046-D5C6-8AAE-D09D4D4C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23107</TotalTime>
  <Words>1350</Words>
  <Application>Microsoft Office PowerPoint</Application>
  <PresentationFormat>Widescreen</PresentationFormat>
  <Paragraphs>236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Roboto Condensed Light</vt:lpstr>
      <vt:lpstr>Calibri</vt:lpstr>
      <vt:lpstr>Wingdings 3</vt:lpstr>
      <vt:lpstr>Roboto</vt:lpstr>
      <vt:lpstr>Wingdings</vt:lpstr>
      <vt:lpstr>Arial</vt:lpstr>
      <vt:lpstr>Lohit Gujarati</vt:lpstr>
      <vt:lpstr>Roboto Condensed</vt:lpstr>
      <vt:lpstr>1_Office Theme</vt:lpstr>
      <vt:lpstr>Conditional Sentences </vt:lpstr>
      <vt:lpstr>PowerPoint Presentation</vt:lpstr>
      <vt:lpstr>Conditional Sentences</vt:lpstr>
      <vt:lpstr>Conditional Sentences</vt:lpstr>
      <vt:lpstr>Types of Conditional Sentences</vt:lpstr>
      <vt:lpstr>Conditional Sentences – Zero Conditional</vt:lpstr>
      <vt:lpstr>Conditional Sentences – Zero Conditional</vt:lpstr>
      <vt:lpstr>Conditional Sentences – First Conditional</vt:lpstr>
      <vt:lpstr>Conditional Sentences – First Conditional</vt:lpstr>
      <vt:lpstr>Conditional Sentences – Second Conditional</vt:lpstr>
      <vt:lpstr>Conditional Sentences – Second Conditional</vt:lpstr>
      <vt:lpstr>Conditional Sentences – Third Conditional</vt:lpstr>
      <vt:lpstr>Conditional Sentences – Third Conditional</vt:lpstr>
      <vt:lpstr>Comparison of Conditional Sentences</vt:lpstr>
      <vt:lpstr>Conditional Sentences Practice </vt:lpstr>
      <vt:lpstr>Conditional Sentences 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2263</cp:revision>
  <dcterms:created xsi:type="dcterms:W3CDTF">2020-06-11T07:03:50Z</dcterms:created>
  <dcterms:modified xsi:type="dcterms:W3CDTF">2026-08-07T03:52:17Z</dcterms:modified>
</cp:coreProperties>
</file>