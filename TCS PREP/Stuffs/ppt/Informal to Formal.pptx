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20"/>
  </p:notesMasterIdLst>
  <p:handoutMasterIdLst>
    <p:handoutMasterId r:id="rId21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8" r:id="rId8"/>
    <p:sldId id="749" r:id="rId9"/>
    <p:sldId id="750" r:id="rId10"/>
    <p:sldId id="751" r:id="rId11"/>
    <p:sldId id="752" r:id="rId12"/>
    <p:sldId id="753" r:id="rId13"/>
    <p:sldId id="754" r:id="rId14"/>
    <p:sldId id="755" r:id="rId15"/>
    <p:sldId id="756" r:id="rId16"/>
    <p:sldId id="757" r:id="rId17"/>
    <p:sldId id="758" r:id="rId18"/>
    <p:sldId id="337" r:id="rId19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Condensed" panose="02000000000000000000" pitchFamily="2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  <p:embeddedFont>
      <p:font typeface="Wingdings 3" panose="05040102010807070707" pitchFamily="18" charset="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1iRw+UtiRorls/+Cy7kgrA==" hashData="ndShxjO4x6EHCt6GASglMJFKNHYCAqj/oTxJqTcwAZakot13N4Cb1Xed6tFrODAQV2t7HCDrfzzJNyKT/Xowp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Informal to Formal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Tips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Informal to Formal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B31DDE-8FF3-1B5F-288E-268039C09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2060820" cy="5590565"/>
              </a:xfrm>
            </p:spPr>
            <p:txBody>
              <a:bodyPr/>
              <a:lstStyle/>
              <a:p>
                <a:r>
                  <a:rPr lang="en-IN" i="1" dirty="0"/>
                  <a:t>Avoid casual verb phrases (give up, point out, look into). Instead, use precise formal verbs (relinquish, indicate, investigate).</a:t>
                </a:r>
              </a:p>
              <a:p>
                <a:r>
                  <a:rPr lang="en-IN" i="1" dirty="0"/>
                  <a:t>Spell out words entirely (can't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cannot, won't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will not, it's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it is).</a:t>
                </a:r>
              </a:p>
              <a:p>
                <a:r>
                  <a:rPr lang="en-IN" i="1" dirty="0"/>
                  <a:t>Strip away informal terms (bro, cool, at the end of the day, kind of, basically).</a:t>
                </a:r>
              </a:p>
              <a:p>
                <a:r>
                  <a:rPr lang="en-IN" i="1" dirty="0"/>
                  <a:t>Replace simple connectors (so, but, also) with academic or professional transition words (consequently, however, furthermore).</a:t>
                </a:r>
              </a:p>
              <a:p>
                <a:r>
                  <a:rPr lang="en-IN" i="1" dirty="0"/>
                  <a:t>Use the passive voice when the focus should remain on the action or data rather than the person performing it ("We checked the report"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"The report was reviewed").</a:t>
                </a:r>
              </a:p>
              <a:p>
                <a:r>
                  <a:rPr lang="en-IN" i="1" dirty="0"/>
                  <a:t>Replace I, we, and you with objective nouns or passive constructions ("You must submit"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i="1" dirty="0"/>
                  <a:t>"Candidates must submit").</a:t>
                </a:r>
              </a:p>
              <a:p>
                <a:r>
                  <a:rPr lang="en-IN" i="1" dirty="0"/>
                  <a:t>Avoid vague words (good, bad, stuff, things) and use specific terms (effective, adverse, resources, equipment).</a:t>
                </a:r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B31DDE-8FF3-1B5F-288E-268039C09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2060820" cy="5590565"/>
              </a:xfrm>
              <a:blipFill>
                <a:blip r:embed="rId2"/>
                <a:stretch>
                  <a:fillRect l="-708" t="-1418" r="-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9DAD-8164-3510-52AD-170C05EF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626FD-6E3B-75AE-5903-5985A6A1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Informal:</a:t>
            </a:r>
            <a:r>
              <a:rPr lang="en-IN" dirty="0"/>
              <a:t> We need to talk about the budget right now.</a:t>
            </a:r>
          </a:p>
          <a:p>
            <a:pPr lvl="1"/>
            <a:r>
              <a:rPr lang="en-IN" dirty="0"/>
              <a:t>We must discuss the budget immediately.</a:t>
            </a:r>
          </a:p>
          <a:p>
            <a:pPr lvl="1"/>
            <a:r>
              <a:rPr lang="en-IN" dirty="0"/>
              <a:t>The team needs to address the financial plan without delay. </a:t>
            </a:r>
          </a:p>
          <a:p>
            <a:pPr lvl="1"/>
            <a:r>
              <a:rPr lang="en-IN" dirty="0"/>
              <a:t>It is imperative that we review the budget allocations forthwith.</a:t>
            </a:r>
          </a:p>
          <a:p>
            <a:r>
              <a:rPr lang="en-IN" b="1" dirty="0"/>
              <a:t>Informal:</a:t>
            </a:r>
            <a:r>
              <a:rPr lang="en-IN" dirty="0"/>
              <a:t> I can't come to the meeting because I'm sick.</a:t>
            </a:r>
          </a:p>
          <a:p>
            <a:pPr lvl="1"/>
            <a:r>
              <a:rPr lang="en-IN" dirty="0"/>
              <a:t>I am unable to attend the meeting due to illness.</a:t>
            </a:r>
          </a:p>
          <a:p>
            <a:pPr lvl="1"/>
            <a:r>
              <a:rPr lang="en-IN" dirty="0"/>
              <a:t>Regrettably, I cannot attend the meeting owing to a medical condition.</a:t>
            </a:r>
          </a:p>
          <a:p>
            <a:pPr lvl="1"/>
            <a:r>
              <a:rPr lang="en-IN" dirty="0"/>
              <a:t>I must request an absence from the meeting on account of indisposition.</a:t>
            </a:r>
          </a:p>
          <a:p>
            <a:r>
              <a:rPr lang="en-IN" b="1" dirty="0"/>
              <a:t>Informal:</a:t>
            </a:r>
            <a:r>
              <a:rPr lang="en-IN" dirty="0"/>
              <a:t> The dev team checked out the bug and fixed it.</a:t>
            </a:r>
          </a:p>
          <a:p>
            <a:pPr lvl="1"/>
            <a:r>
              <a:rPr lang="en-IN" dirty="0"/>
              <a:t>The development team investigated the defect and resolved it.</a:t>
            </a:r>
          </a:p>
          <a:p>
            <a:pPr lvl="1"/>
            <a:r>
              <a:rPr lang="en-IN" dirty="0"/>
              <a:t>The engineering team examined the software issue and rectified it.</a:t>
            </a:r>
          </a:p>
          <a:p>
            <a:pPr lvl="1"/>
            <a:r>
              <a:rPr lang="en-IN" dirty="0"/>
              <a:t>The technical team audited the system anomaly and implemented a resolution.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3F8B7-2124-7464-FB66-FB166DE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6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6315-215B-A0E9-3A10-78BDC545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38CCA5-C974-696A-E346-E2769471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Shoot me an email when you get a chance.</a:t>
            </a:r>
          </a:p>
          <a:p>
            <a:pPr lvl="1"/>
            <a:r>
              <a:rPr lang="en-IN" dirty="0"/>
              <a:t>Please send me an email when convenient.</a:t>
            </a:r>
          </a:p>
          <a:p>
            <a:pPr lvl="1"/>
            <a:r>
              <a:rPr lang="en-IN" dirty="0"/>
              <a:t>Kindly forward your response via email at your earliest convenience.</a:t>
            </a:r>
          </a:p>
          <a:p>
            <a:pPr lvl="1"/>
            <a:r>
              <a:rPr lang="en-IN" dirty="0"/>
              <a:t>Please transmit the relevant information by email upon receipt]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That idea sounds really cool and might work.</a:t>
            </a:r>
          </a:p>
          <a:p>
            <a:pPr lvl="1"/>
            <a:r>
              <a:rPr lang="en-IN" dirty="0"/>
              <a:t>That proposal appears promising and viable.</a:t>
            </a:r>
          </a:p>
          <a:p>
            <a:pPr lvl="1"/>
            <a:r>
              <a:rPr lang="en-IN" dirty="0"/>
              <a:t>The suggested approach seems effective and feasible.</a:t>
            </a:r>
          </a:p>
          <a:p>
            <a:pPr lvl="1"/>
            <a:r>
              <a:rPr lang="en-IN" dirty="0"/>
              <a:t>The initiative demonstrates considerable potential and merit.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 ran out of money so we stopped the project.</a:t>
            </a:r>
          </a:p>
          <a:p>
            <a:pPr lvl="1"/>
            <a:r>
              <a:rPr lang="en-IN" dirty="0"/>
              <a:t>The project was halted due to a lack of funds.</a:t>
            </a:r>
          </a:p>
          <a:p>
            <a:pPr lvl="1"/>
            <a:r>
              <a:rPr lang="en-IN" dirty="0"/>
              <a:t>Depleted financial resources necessitated the suspension of the initiative.</a:t>
            </a:r>
          </a:p>
          <a:p>
            <a:pPr lvl="1"/>
            <a:r>
              <a:rPr lang="en-IN" dirty="0"/>
              <a:t>Owing to capital constraints, the enterprise was discontinued.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B47D21-78E5-C005-D794-66508AF1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77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32D5-31CE-9470-903D-B1C3CAD2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076AA5-026B-B231-1A45-8EA04DB94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Thanks a lot for helping me with this stuff.</a:t>
            </a:r>
          </a:p>
          <a:p>
            <a:pPr lvl="1"/>
            <a:r>
              <a:rPr lang="en-IN" dirty="0"/>
              <a:t>Thank you for your assistance with these matters.</a:t>
            </a:r>
          </a:p>
          <a:p>
            <a:pPr lvl="1"/>
            <a:r>
              <a:rPr lang="en-IN" dirty="0"/>
              <a:t> I appreciate your support regarding these deliverables.</a:t>
            </a:r>
          </a:p>
          <a:p>
            <a:pPr lvl="1"/>
            <a:r>
              <a:rPr lang="en-IN" dirty="0"/>
              <a:t>I extend my sincere gratitude for your guidance on these operational tasks.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 manager told us to cut down on costs.</a:t>
            </a:r>
          </a:p>
          <a:p>
            <a:pPr lvl="1"/>
            <a:r>
              <a:rPr lang="en-IN" dirty="0"/>
              <a:t>The manager instructed the team to reduce expenses.</a:t>
            </a:r>
          </a:p>
          <a:p>
            <a:pPr lvl="1"/>
            <a:r>
              <a:rPr lang="en-IN" dirty="0"/>
              <a:t>Leadership directed staff to curtail operational expenditures.</a:t>
            </a:r>
          </a:p>
          <a:p>
            <a:pPr lvl="1"/>
            <a:r>
              <a:rPr lang="en-IN" dirty="0"/>
              <a:t>Executive management mandated a strategic reduction in overhead.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Don't forget to double-check your work before sending it.</a:t>
            </a:r>
          </a:p>
          <a:p>
            <a:pPr lvl="1"/>
            <a:r>
              <a:rPr lang="en-IN" dirty="0"/>
              <a:t>Remember to review your work before submission.</a:t>
            </a:r>
          </a:p>
          <a:p>
            <a:pPr lvl="1"/>
            <a:r>
              <a:rPr lang="en-IN" dirty="0"/>
              <a:t>Employees should thoroughly proofread all deliverables prior to dispatch.</a:t>
            </a:r>
          </a:p>
          <a:p>
            <a:pPr lvl="1"/>
            <a:r>
              <a:rPr lang="en-IN" dirty="0"/>
              <a:t>Ensure meticulous verification of the documentation antecedent to transmission.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EE31B2-2C93-82AB-3BFB-0D24ACF6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37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77F4-F967-754E-E319-C8D9181F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57A1C7-5312-9B75-94E7-B137FD6F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The sales went way up last quarter.</a:t>
            </a:r>
          </a:p>
          <a:p>
            <a:pPr lvl="1"/>
            <a:r>
              <a:rPr lang="en-IN" dirty="0"/>
              <a:t>Sales increased significantly last quarter.</a:t>
            </a:r>
          </a:p>
          <a:p>
            <a:pPr lvl="1"/>
            <a:r>
              <a:rPr lang="en-IN" dirty="0"/>
              <a:t>Revenue demonstrated a substantial rise during the previous quarter.</a:t>
            </a:r>
          </a:p>
          <a:p>
            <a:pPr lvl="1"/>
            <a:r>
              <a:rPr lang="en-IN" dirty="0"/>
              <a:t>Financial yields experienced a remarkable expansion in last quarter.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We're totally open to changing the plan if needed.</a:t>
            </a:r>
          </a:p>
          <a:p>
            <a:pPr lvl="1"/>
            <a:r>
              <a:rPr lang="en-IN" dirty="0"/>
              <a:t>We are open to modifying the plan if necessary.</a:t>
            </a:r>
          </a:p>
          <a:p>
            <a:pPr lvl="1"/>
            <a:r>
              <a:rPr lang="en-IN" dirty="0"/>
              <a:t>The team remains willing to adjust the framework as required.</a:t>
            </a:r>
          </a:p>
          <a:p>
            <a:pPr lvl="1"/>
            <a:r>
              <a:rPr lang="en-IN" dirty="0"/>
              <a:t>We maintain full flexibility to amend the operational strategy contingent upon circumstances.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He made a huge mistake in the financial report.</a:t>
            </a:r>
          </a:p>
          <a:p>
            <a:pPr lvl="1"/>
            <a:r>
              <a:rPr lang="en-IN" dirty="0"/>
              <a:t>He made a significant error in the financial report.</a:t>
            </a:r>
          </a:p>
          <a:p>
            <a:pPr lvl="1"/>
            <a:r>
              <a:rPr lang="en-IN" dirty="0"/>
              <a:t>An appreciable oversight occurred within the financial statement.</a:t>
            </a:r>
          </a:p>
          <a:p>
            <a:pPr lvl="1"/>
            <a:r>
              <a:rPr lang="en-IN" dirty="0"/>
              <a:t>A critical discrepancy was introduced into the fiscal audit.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851A6-6760-2112-2B59-26D3F15A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02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2B78-FEF6-01F5-4041-40D78F8C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C24643-6637-A0BE-37C8-43ABA6F25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Can you help me figure out this problem?</a:t>
            </a:r>
          </a:p>
          <a:p>
            <a:pPr lvl="1"/>
            <a:r>
              <a:rPr lang="en-IN" dirty="0"/>
              <a:t>Could you assist me in resolving this issue?</a:t>
            </a:r>
          </a:p>
          <a:p>
            <a:pPr lvl="1"/>
            <a:r>
              <a:rPr lang="en-IN" dirty="0"/>
              <a:t>Would you be able to aid in determining the root cause of this challenge?</a:t>
            </a:r>
          </a:p>
          <a:p>
            <a:pPr lvl="1"/>
            <a:r>
              <a:rPr lang="en-IN" dirty="0"/>
              <a:t>Please provide guidance to elucidate a solution for this operational issue.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 boss was super happy with our performance.</a:t>
            </a:r>
          </a:p>
          <a:p>
            <a:pPr lvl="1"/>
            <a:r>
              <a:rPr lang="en-IN" dirty="0"/>
              <a:t>The manager was pleased with our performance.</a:t>
            </a:r>
          </a:p>
          <a:p>
            <a:pPr lvl="1"/>
            <a:r>
              <a:rPr lang="en-IN" dirty="0"/>
              <a:t>Leadership expressed high satisfaction regarding our output.</a:t>
            </a:r>
          </a:p>
          <a:p>
            <a:pPr lvl="1"/>
            <a:r>
              <a:rPr lang="en-IN" dirty="0"/>
              <a:t>Executive management commended the team for outstanding performance.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It's totally fine if you send the file tomorrow.</a:t>
            </a:r>
          </a:p>
          <a:p>
            <a:pPr lvl="1"/>
            <a:r>
              <a:rPr lang="en-IN" dirty="0"/>
              <a:t>Submitting the file tomorrow is acceptable.</a:t>
            </a:r>
          </a:p>
          <a:p>
            <a:pPr lvl="1"/>
            <a:r>
              <a:rPr lang="en-IN" dirty="0"/>
              <a:t>It is permissible to deliver the documentation on the following day.</a:t>
            </a:r>
          </a:p>
          <a:p>
            <a:pPr lvl="1"/>
            <a:r>
              <a:rPr lang="en-IN" dirty="0"/>
              <a:t>Transmitting the requested file by the subsequent business day will suffice.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48AD1A-9B5B-AA66-D803-A304FE3C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79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0E7B-B49F-9A1D-D36C-E9D1C94F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FCF00-858C-8CD6-3066-F71963374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Lots of people think this new tech is great.</a:t>
            </a:r>
          </a:p>
          <a:p>
            <a:pPr lvl="1"/>
            <a:r>
              <a:rPr lang="en-IN" dirty="0"/>
              <a:t>Many professionals view this technology favourably.</a:t>
            </a:r>
          </a:p>
          <a:p>
            <a:pPr lvl="1"/>
            <a:r>
              <a:rPr lang="en-IN" dirty="0"/>
              <a:t>Numerous industry experts consider this innovation highly beneficial.</a:t>
            </a:r>
          </a:p>
          <a:p>
            <a:pPr lvl="1"/>
            <a:r>
              <a:rPr lang="en-IN" dirty="0"/>
              <a:t>Widespread consensus indicates that this technology offers substantial utility.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We'll get back to you ASAP.</a:t>
            </a:r>
          </a:p>
          <a:p>
            <a:pPr lvl="1"/>
            <a:r>
              <a:rPr lang="en-IN" dirty="0"/>
              <a:t>We will respond to you as soon as possible.</a:t>
            </a:r>
          </a:p>
          <a:p>
            <a:pPr lvl="1"/>
            <a:r>
              <a:rPr lang="en-IN" dirty="0"/>
              <a:t> Our team will contact you at the earliest convenience.</a:t>
            </a:r>
          </a:p>
          <a:p>
            <a:pPr lvl="1"/>
            <a:r>
              <a:rPr lang="en-IN" dirty="0"/>
              <a:t>A formal reply will be rendered expeditiously.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I'm writing this email to ask for a day off.</a:t>
            </a:r>
          </a:p>
          <a:p>
            <a:pPr lvl="1"/>
            <a:r>
              <a:rPr lang="en-IN" dirty="0"/>
              <a:t>I am writing to request a leave of absence.</a:t>
            </a:r>
          </a:p>
          <a:p>
            <a:pPr lvl="1"/>
            <a:r>
              <a:rPr lang="en-IN" dirty="0"/>
              <a:t>This correspondence serves as a formal request for one day of annual leave.</a:t>
            </a:r>
          </a:p>
          <a:p>
            <a:pPr lvl="1"/>
            <a:r>
              <a:rPr lang="en-IN" dirty="0"/>
              <a:t>I am submitting a formal application for a single-day personal leave.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CB26D-E043-D2F3-2CFA-94A5AF53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94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55A4-655B-E6C9-0FD4-794CD85D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C1B14D-F655-07F6-7928-8B46C04E4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The price was kind of expensive so we didn't buy it.</a:t>
            </a:r>
          </a:p>
          <a:p>
            <a:pPr lvl="1"/>
            <a:r>
              <a:rPr lang="en-IN" dirty="0"/>
              <a:t>The cost was high, so we opted not to purchase it.</a:t>
            </a:r>
          </a:p>
          <a:p>
            <a:pPr lvl="1"/>
            <a:r>
              <a:rPr lang="en-IN" dirty="0"/>
              <a:t>Due to elevated pricing, the acquisition was not pursued.</a:t>
            </a:r>
          </a:p>
          <a:p>
            <a:pPr lvl="1"/>
            <a:r>
              <a:rPr lang="en-IN" dirty="0"/>
              <a:t>Excessive expenditure rendered the procurement prohibitive.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 need to set up a quick call tomorrow.</a:t>
            </a:r>
          </a:p>
          <a:p>
            <a:pPr lvl="1"/>
            <a:r>
              <a:rPr lang="en-IN" dirty="0"/>
              <a:t>We need to schedule a short meeting tomorrow.</a:t>
            </a:r>
          </a:p>
          <a:p>
            <a:pPr lvl="1"/>
            <a:r>
              <a:rPr lang="en-IN" dirty="0"/>
              <a:t>A brief teleconference should be arranged for tomorrow.</a:t>
            </a:r>
          </a:p>
          <a:p>
            <a:pPr lvl="1"/>
            <a:r>
              <a:rPr lang="en-IN" dirty="0"/>
              <a:t>It is necessary to convene a concise consultation on the subsequent date.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 app crashed because of a weird error.</a:t>
            </a:r>
          </a:p>
          <a:p>
            <a:pPr lvl="1"/>
            <a:r>
              <a:rPr lang="en-IN" dirty="0"/>
              <a:t>The application failed due to an unexpected error.</a:t>
            </a:r>
          </a:p>
          <a:p>
            <a:pPr lvl="1"/>
            <a:r>
              <a:rPr lang="en-IN" dirty="0"/>
              <a:t>System instability resulted from an unidentified software anomaly.</a:t>
            </a:r>
          </a:p>
          <a:p>
            <a:pPr lvl="1"/>
            <a:r>
              <a:rPr lang="en-IN" dirty="0"/>
              <a:t>The platform experienced a system collapse attributed to an unprecedented error code.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716BD2-CBA0-BD66-106B-28A2983B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7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075B-A943-DD14-A537-953F3AFC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F4FC9-56DF-DF8E-14E5-8BF156887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You should check out their new website.</a:t>
            </a:r>
          </a:p>
          <a:p>
            <a:pPr lvl="1"/>
            <a:r>
              <a:rPr lang="en-IN" dirty="0"/>
              <a:t>You are encouraged to visit their new website.</a:t>
            </a:r>
          </a:p>
          <a:p>
            <a:pPr lvl="1"/>
            <a:r>
              <a:rPr lang="en-IN" dirty="0"/>
              <a:t> Stakeholders are advised to review their updated online portal.</a:t>
            </a:r>
          </a:p>
          <a:p>
            <a:pPr lvl="1"/>
            <a:r>
              <a:rPr lang="en-IN" dirty="0"/>
              <a:t>It is recommended to inspect their newly launched digital interface.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 company is getting bigger really fast.</a:t>
            </a:r>
          </a:p>
          <a:p>
            <a:pPr lvl="1"/>
            <a:r>
              <a:rPr lang="en-IN" dirty="0"/>
              <a:t>The company is expanding rapidly.</a:t>
            </a:r>
          </a:p>
          <a:p>
            <a:pPr lvl="1"/>
            <a:r>
              <a:rPr lang="en-IN" dirty="0"/>
              <a:t>The organization is undergoing swift growth.</a:t>
            </a:r>
          </a:p>
          <a:p>
            <a:pPr lvl="1"/>
            <a:r>
              <a:rPr lang="en-IN" dirty="0"/>
              <a:t>The enterprise is experiencing accelerated market expansion.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 haven't got the approval yet.</a:t>
            </a:r>
          </a:p>
          <a:p>
            <a:pPr lvl="1"/>
            <a:r>
              <a:rPr lang="en-IN" dirty="0"/>
              <a:t>We have not received approval yet.</a:t>
            </a:r>
          </a:p>
          <a:p>
            <a:pPr lvl="1"/>
            <a:r>
              <a:rPr lang="en-IN" dirty="0"/>
              <a:t>Formal authorization has not been granted to date.</a:t>
            </a:r>
          </a:p>
          <a:p>
            <a:pPr lvl="1"/>
            <a:r>
              <a:rPr lang="en-IN" dirty="0"/>
              <a:t>Official sign-off remains pending.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9C5174-1C69-CD36-D5D9-4066AF62B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2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E7BF-C70F-180A-FE1C-E689D822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97E6E7-A1AB-52F7-3D6A-F463A471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That bad decision messed up the whole schedule.</a:t>
            </a:r>
          </a:p>
          <a:p>
            <a:pPr lvl="1"/>
            <a:r>
              <a:rPr lang="en-IN" dirty="0"/>
              <a:t>That poor decision disrupted the entire timeline.</a:t>
            </a:r>
          </a:p>
          <a:p>
            <a:pPr lvl="1"/>
            <a:r>
              <a:rPr lang="en-IN" dirty="0"/>
              <a:t>The ill-advised choice compromised the project schedule.</a:t>
            </a:r>
          </a:p>
          <a:p>
            <a:pPr lvl="1"/>
            <a:r>
              <a:rPr lang="en-IN" dirty="0"/>
              <a:t>An erroneous decision severely impaired the overarching project milestones.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I'll look into this matter right away.</a:t>
            </a:r>
          </a:p>
          <a:p>
            <a:pPr lvl="1"/>
            <a:r>
              <a:rPr lang="en-IN" dirty="0"/>
              <a:t>I will investigate this matter immediately.</a:t>
            </a:r>
          </a:p>
          <a:p>
            <a:pPr lvl="1"/>
            <a:r>
              <a:rPr lang="en-IN" dirty="0"/>
              <a:t>I shall examine this issue without delay.</a:t>
            </a:r>
          </a:p>
          <a:p>
            <a:pPr lvl="1"/>
            <a:r>
              <a:rPr lang="en-IN" dirty="0"/>
              <a:t>I commit to conducting an immediate inquiry regarding this situation.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They don't allow anyone to bring food inside.</a:t>
            </a:r>
          </a:p>
          <a:p>
            <a:pPr lvl="1"/>
            <a:r>
              <a:rPr lang="en-IN" dirty="0"/>
              <a:t>Food is prohibited inside the premises.</a:t>
            </a:r>
          </a:p>
          <a:p>
            <a:pPr lvl="1"/>
            <a:r>
              <a:rPr lang="en-IN" dirty="0"/>
              <a:t>External sustenance is strictly forbidden within the facility.</a:t>
            </a:r>
          </a:p>
          <a:p>
            <a:pPr lvl="1"/>
            <a:r>
              <a:rPr lang="en-IN" dirty="0"/>
              <a:t>Bringing food into the venue is expressly disallowed per safety guidelines.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E2895F-751A-A3FD-E9E5-4714C636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85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6A8F-1E88-412F-3B62-3F481590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598B8C-C8C6-BEA0-318F-137B8687A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The client wants us to redo the whole presentation.</a:t>
            </a:r>
          </a:p>
          <a:p>
            <a:pPr lvl="1"/>
            <a:r>
              <a:rPr lang="en-IN" dirty="0"/>
              <a:t>The client requested that we revise the entire presentation.</a:t>
            </a:r>
          </a:p>
          <a:p>
            <a:pPr lvl="1"/>
            <a:r>
              <a:rPr lang="en-IN" dirty="0"/>
              <a:t>The client has mandated a complete overhaul of the presentation materials.</a:t>
            </a:r>
          </a:p>
          <a:p>
            <a:pPr lvl="1"/>
            <a:r>
              <a:rPr lang="en-IN" dirty="0"/>
              <a:t>The client requires a comprehensive restructuring of the slide deck.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We're short on staff this week.</a:t>
            </a:r>
          </a:p>
          <a:p>
            <a:pPr lvl="1"/>
            <a:r>
              <a:rPr lang="en-IN" dirty="0"/>
              <a:t>We are currently understaffed this week.</a:t>
            </a:r>
          </a:p>
          <a:p>
            <a:pPr lvl="1"/>
            <a:r>
              <a:rPr lang="en-IN" dirty="0"/>
              <a:t>The organization is experiencing a temporary workforce shortage this week.</a:t>
            </a:r>
          </a:p>
          <a:p>
            <a:pPr lvl="1"/>
            <a:r>
              <a:rPr lang="en-IN" dirty="0"/>
              <a:t>Human resource capacity is constrained during the current operational cycle.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He gave up his job to start his own business.</a:t>
            </a:r>
          </a:p>
          <a:p>
            <a:pPr lvl="1"/>
            <a:r>
              <a:rPr lang="en-IN" dirty="0"/>
              <a:t>He resigned from his position to launch a business.</a:t>
            </a:r>
          </a:p>
          <a:p>
            <a:pPr lvl="1"/>
            <a:r>
              <a:rPr lang="en-IN" dirty="0"/>
              <a:t>He relinquished his employment to pursue an entrepreneurial venture.</a:t>
            </a:r>
          </a:p>
          <a:p>
            <a:pPr lvl="1"/>
            <a:r>
              <a:rPr lang="en-IN" dirty="0"/>
              <a:t>He tendered his resignation in order to establish an independent commercial enterprise.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DCFE2-AD61-16C4-22BC-E4758165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54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7863-EB15-20B9-0BC3-A9DF5522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5E9449-560A-84BE-CC05-5D2AC2B7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0787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Make sure you lock the server room when you leave.</a:t>
            </a:r>
          </a:p>
          <a:p>
            <a:pPr lvl="1"/>
            <a:r>
              <a:rPr lang="en-IN" dirty="0"/>
              <a:t>Please ensure the server room is locked upon departure.</a:t>
            </a:r>
          </a:p>
          <a:p>
            <a:pPr lvl="1"/>
            <a:r>
              <a:rPr lang="en-IN" dirty="0"/>
              <a:t>Personnel must secure the server facility when exiting.</a:t>
            </a:r>
          </a:p>
          <a:p>
            <a:pPr lvl="1"/>
            <a:r>
              <a:rPr lang="en-IN" dirty="0"/>
              <a:t>It is mandatory to engage the lock mechanism on the server room door upon departure.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 can't do anything about this problem now.</a:t>
            </a:r>
          </a:p>
          <a:p>
            <a:pPr lvl="1"/>
            <a:r>
              <a:rPr lang="en-IN" dirty="0"/>
              <a:t>We cannot address this issue at present.</a:t>
            </a:r>
          </a:p>
          <a:p>
            <a:pPr lvl="1"/>
            <a:r>
              <a:rPr lang="en-IN" dirty="0"/>
              <a:t>No immediate measures can be taken regarding this matter.</a:t>
            </a:r>
          </a:p>
          <a:p>
            <a:pPr lvl="1"/>
            <a:r>
              <a:rPr lang="en-IN" dirty="0"/>
              <a:t>Circumstances preclude any actionable intervention on this issue currently.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The training session was super boring.</a:t>
            </a:r>
          </a:p>
          <a:p>
            <a:pPr lvl="1"/>
            <a:r>
              <a:rPr lang="en-IN" dirty="0"/>
              <a:t>The training session was unengaging.</a:t>
            </a:r>
          </a:p>
          <a:p>
            <a:pPr lvl="1"/>
            <a:r>
              <a:rPr lang="en-IN" dirty="0"/>
              <a:t>The instructional seminar lacked interactive substance.</a:t>
            </a:r>
          </a:p>
          <a:p>
            <a:pPr lvl="1"/>
            <a:r>
              <a:rPr lang="en-IN" dirty="0"/>
              <a:t>The training program proved unstimulating and repetitive.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A14D1F-5FF5-7E2B-A43E-B8413BEC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45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61AE-6439-AB94-88BD-1BEBDBEE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22DA5-90F8-64C1-8FD4-2F33DE16E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Send us the documents by Friday at the latest.</a:t>
            </a:r>
          </a:p>
          <a:p>
            <a:pPr lvl="1"/>
            <a:r>
              <a:rPr lang="en-IN" dirty="0"/>
              <a:t>Please submit the documents no later than Friday.</a:t>
            </a:r>
          </a:p>
          <a:p>
            <a:pPr lvl="1"/>
            <a:r>
              <a:rPr lang="en-IN" dirty="0"/>
              <a:t>All requested files must be tendered by Friday close of business.</a:t>
            </a:r>
          </a:p>
          <a:p>
            <a:pPr lvl="1"/>
            <a:r>
              <a:rPr lang="en-IN" dirty="0"/>
              <a:t>Documentation must be submitted antecedent to the Friday deadline.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I think this strategy is a bad idea.</a:t>
            </a:r>
          </a:p>
          <a:p>
            <a:pPr lvl="1"/>
            <a:r>
              <a:rPr lang="en-IN" dirty="0"/>
              <a:t>I believe this strategy is inadvisable.</a:t>
            </a:r>
          </a:p>
          <a:p>
            <a:pPr lvl="1"/>
            <a:r>
              <a:rPr lang="en-IN" dirty="0"/>
              <a:t>In my assessment, this strategic approach carries significant drawbacks.</a:t>
            </a:r>
          </a:p>
          <a:p>
            <a:pPr lvl="1"/>
            <a:r>
              <a:rPr lang="en-IN" dirty="0"/>
              <a:t>I hold the view that this strategic framework is fundamentally flawed.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We got a lot of complaints from angry customers.</a:t>
            </a:r>
          </a:p>
          <a:p>
            <a:pPr lvl="1"/>
            <a:r>
              <a:rPr lang="en-IN" dirty="0"/>
              <a:t>We received numerous complaints from dissatisfied customers.</a:t>
            </a:r>
          </a:p>
          <a:p>
            <a:pPr lvl="1"/>
            <a:r>
              <a:rPr lang="en-IN" dirty="0"/>
              <a:t>The firm registered a substantial volume of grievances from clients.</a:t>
            </a:r>
          </a:p>
          <a:p>
            <a:pPr lvl="1"/>
            <a:r>
              <a:rPr lang="en-IN" dirty="0"/>
              <a:t>A high frequency of formal complaints was logged by aggrieved patrons.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ABC1F9-F966-B6AD-8EE8-6C1585257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67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91CF-EC43-76E3-451C-67CF1933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BE9DEC-3340-0850-A3D9-FF0E88DE2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b="1" dirty="0"/>
              <a:t>Informal:</a:t>
            </a:r>
            <a:r>
              <a:rPr lang="en-IN" dirty="0"/>
              <a:t> The meeting went on for way too long.</a:t>
            </a:r>
          </a:p>
          <a:p>
            <a:pPr lvl="1"/>
            <a:r>
              <a:rPr lang="en-IN" dirty="0"/>
              <a:t>The meeting exceeded its scheduled duration.</a:t>
            </a:r>
          </a:p>
          <a:p>
            <a:pPr lvl="1"/>
            <a:r>
              <a:rPr lang="en-IN" dirty="0"/>
              <a:t>The conference extended significantly beyond the allocated timeframe.</a:t>
            </a:r>
          </a:p>
          <a:p>
            <a:pPr lvl="1"/>
            <a:r>
              <a:rPr lang="en-IN" dirty="0"/>
              <a:t>The proceeding was unduly prolonged past its intended conclusion.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Call them up and find out what happened.</a:t>
            </a:r>
          </a:p>
          <a:p>
            <a:pPr lvl="1"/>
            <a:r>
              <a:rPr lang="en-IN" dirty="0"/>
              <a:t>Contact them to inquire about the situation.</a:t>
            </a:r>
          </a:p>
          <a:p>
            <a:pPr lvl="1"/>
            <a:r>
              <a:rPr lang="en-IN" dirty="0"/>
              <a:t>Contact the relevant parties to ascertain the details.</a:t>
            </a:r>
          </a:p>
          <a:p>
            <a:pPr lvl="1"/>
            <a:r>
              <a:rPr lang="en-IN" dirty="0"/>
              <a:t>Communicate with the stakeholders to determine the precise sequence of events.</a:t>
            </a:r>
          </a:p>
          <a:p>
            <a:pPr lvl="0"/>
            <a:r>
              <a:rPr lang="en-IN" b="1" dirty="0"/>
              <a:t>Informal:</a:t>
            </a:r>
            <a:r>
              <a:rPr lang="en-IN" dirty="0"/>
              <a:t> This tool makes our work a whole lot easier.</a:t>
            </a:r>
          </a:p>
          <a:p>
            <a:pPr lvl="1"/>
            <a:r>
              <a:rPr lang="en-IN" dirty="0"/>
              <a:t>This tool significantly simplifies our work.</a:t>
            </a:r>
          </a:p>
          <a:p>
            <a:pPr lvl="1"/>
            <a:r>
              <a:rPr lang="en-IN" dirty="0"/>
              <a:t>This utility greatly enhances operational efficiency.</a:t>
            </a:r>
          </a:p>
          <a:p>
            <a:pPr lvl="1"/>
            <a:r>
              <a:rPr lang="en-IN" dirty="0"/>
              <a:t>Implementation of this software greatly facilitates daily workflow output.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BAC709-047C-83AF-AFA2-1EE8406C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11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23413</TotalTime>
  <Words>1816</Words>
  <Application>Microsoft Office PowerPoint</Application>
  <PresentationFormat>Widescreen</PresentationFormat>
  <Paragraphs>194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Cambria Math</vt:lpstr>
      <vt:lpstr>1_Office Theme</vt:lpstr>
      <vt:lpstr>Informal to Formal</vt:lpstr>
      <vt:lpstr>PowerPoint Presentation</vt:lpstr>
      <vt:lpstr>Informal to Formal</vt:lpstr>
      <vt:lpstr>Tips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2277</cp:revision>
  <dcterms:created xsi:type="dcterms:W3CDTF">2020-06-11T07:03:50Z</dcterms:created>
  <dcterms:modified xsi:type="dcterms:W3CDTF">2026-08-07T03:56:26Z</dcterms:modified>
</cp:coreProperties>
</file>